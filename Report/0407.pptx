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CD75A-E69C-4CA0-9252-B132276A3AF5}" v="4" dt="2025-04-09T18:42:22.164"/>
    <p1510:client id="{CEDD817A-7301-7EF5-503D-C33F0CAF570F}" v="125" dt="2025-04-10T16:06:09.070"/>
    <p1510:client id="{F29D8C97-EA4B-7F90-4851-04E00D1C1F61}" v="20" dt="2025-04-10T19:08:21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z624@lehigh.edu" userId="S::urn:spo:guest#yaz624@lehigh.edu::" providerId="AD" clId="Web-{CEDD817A-7301-7EF5-503D-C33F0CAF570F}"/>
    <pc:docChg chg="addSld modSld sldOrd">
      <pc:chgData name="yaz624@lehigh.edu" userId="S::urn:spo:guest#yaz624@lehigh.edu::" providerId="AD" clId="Web-{CEDD817A-7301-7EF5-503D-C33F0CAF570F}" dt="2025-04-10T16:06:09.070" v="126" actId="20577"/>
      <pc:docMkLst>
        <pc:docMk/>
      </pc:docMkLst>
      <pc:sldChg chg="modSp">
        <pc:chgData name="yaz624@lehigh.edu" userId="S::urn:spo:guest#yaz624@lehigh.edu::" providerId="AD" clId="Web-{CEDD817A-7301-7EF5-503D-C33F0CAF570F}" dt="2025-04-10T15:37:17.837" v="1" actId="1076"/>
        <pc:sldMkLst>
          <pc:docMk/>
          <pc:sldMk cId="2696226521" sldId="262"/>
        </pc:sldMkLst>
        <pc:picChg chg="mod">
          <ac:chgData name="yaz624@lehigh.edu" userId="S::urn:spo:guest#yaz624@lehigh.edu::" providerId="AD" clId="Web-{CEDD817A-7301-7EF5-503D-C33F0CAF570F}" dt="2025-04-10T15:37:17.837" v="1" actId="1076"/>
          <ac:picMkLst>
            <pc:docMk/>
            <pc:sldMk cId="2696226521" sldId="262"/>
            <ac:picMk id="5" creationId="{0A983A29-36A7-7764-F6BB-CCAA34D24867}"/>
          </ac:picMkLst>
        </pc:picChg>
      </pc:sldChg>
      <pc:sldChg chg="ord">
        <pc:chgData name="yaz624@lehigh.edu" userId="S::urn:spo:guest#yaz624@lehigh.edu::" providerId="AD" clId="Web-{CEDD817A-7301-7EF5-503D-C33F0CAF570F}" dt="2025-04-10T15:40:08.179" v="2"/>
        <pc:sldMkLst>
          <pc:docMk/>
          <pc:sldMk cId="2849212282" sldId="263"/>
        </pc:sldMkLst>
      </pc:sldChg>
      <pc:sldChg chg="modSp new">
        <pc:chgData name="yaz624@lehigh.edu" userId="S::urn:spo:guest#yaz624@lehigh.edu::" providerId="AD" clId="Web-{CEDD817A-7301-7EF5-503D-C33F0CAF570F}" dt="2025-04-10T16:03:54.116" v="99" actId="1076"/>
        <pc:sldMkLst>
          <pc:docMk/>
          <pc:sldMk cId="1270201586" sldId="264"/>
        </pc:sldMkLst>
        <pc:spChg chg="mod">
          <ac:chgData name="yaz624@lehigh.edu" userId="S::urn:spo:guest#yaz624@lehigh.edu::" providerId="AD" clId="Web-{CEDD817A-7301-7EF5-503D-C33F0CAF570F}" dt="2025-04-10T16:03:51.226" v="98" actId="20577"/>
          <ac:spMkLst>
            <pc:docMk/>
            <pc:sldMk cId="1270201586" sldId="264"/>
            <ac:spMk id="2" creationId="{6475AB8C-F2AD-3175-0FE2-9C6F87E90216}"/>
          </ac:spMkLst>
        </pc:spChg>
        <pc:spChg chg="mod">
          <ac:chgData name="yaz624@lehigh.edu" userId="S::urn:spo:guest#yaz624@lehigh.edu::" providerId="AD" clId="Web-{CEDD817A-7301-7EF5-503D-C33F0CAF570F}" dt="2025-04-10T16:03:54.116" v="99" actId="1076"/>
          <ac:spMkLst>
            <pc:docMk/>
            <pc:sldMk cId="1270201586" sldId="264"/>
            <ac:spMk id="3" creationId="{14D99D6C-3F0F-72C8-25C3-E00DEEEA0D58}"/>
          </ac:spMkLst>
        </pc:spChg>
      </pc:sldChg>
      <pc:sldChg chg="modSp add replId">
        <pc:chgData name="yaz624@lehigh.edu" userId="S::urn:spo:guest#yaz624@lehigh.edu::" providerId="AD" clId="Web-{CEDD817A-7301-7EF5-503D-C33F0CAF570F}" dt="2025-04-10T16:06:09.070" v="126" actId="20577"/>
        <pc:sldMkLst>
          <pc:docMk/>
          <pc:sldMk cId="4074050712" sldId="265"/>
        </pc:sldMkLst>
        <pc:spChg chg="mod">
          <ac:chgData name="yaz624@lehigh.edu" userId="S::urn:spo:guest#yaz624@lehigh.edu::" providerId="AD" clId="Web-{CEDD817A-7301-7EF5-503D-C33F0CAF570F}" dt="2025-04-10T16:03:45.069" v="95" actId="20577"/>
          <ac:spMkLst>
            <pc:docMk/>
            <pc:sldMk cId="4074050712" sldId="265"/>
            <ac:spMk id="2" creationId="{161F3AD7-68AA-9BDD-5A0D-F23202BA61A4}"/>
          </ac:spMkLst>
        </pc:spChg>
        <pc:spChg chg="mod">
          <ac:chgData name="yaz624@lehigh.edu" userId="S::urn:spo:guest#yaz624@lehigh.edu::" providerId="AD" clId="Web-{CEDD817A-7301-7EF5-503D-C33F0CAF570F}" dt="2025-04-10T16:06:09.070" v="126" actId="20577"/>
          <ac:spMkLst>
            <pc:docMk/>
            <pc:sldMk cId="4074050712" sldId="265"/>
            <ac:spMk id="3" creationId="{0AE409B6-F1C8-FAF8-0F4F-9EA1DBFAC9C1}"/>
          </ac:spMkLst>
        </pc:spChg>
      </pc:sldChg>
    </pc:docChg>
  </pc:docChgLst>
  <pc:docChgLst>
    <pc:chgData name="yaz624@lehigh.edu" userId="S::urn:spo:guest#yaz624@lehigh.edu::" providerId="AD" clId="Web-{F29D8C97-EA4B-7F90-4851-04E00D1C1F61}"/>
    <pc:docChg chg="modSld">
      <pc:chgData name="yaz624@lehigh.edu" userId="S::urn:spo:guest#yaz624@lehigh.edu::" providerId="AD" clId="Web-{F29D8C97-EA4B-7F90-4851-04E00D1C1F61}" dt="2025-04-10T19:08:21.186" v="17" actId="1076"/>
      <pc:docMkLst>
        <pc:docMk/>
      </pc:docMkLst>
      <pc:sldChg chg="addSp modSp">
        <pc:chgData name="yaz624@lehigh.edu" userId="S::urn:spo:guest#yaz624@lehigh.edu::" providerId="AD" clId="Web-{F29D8C97-EA4B-7F90-4851-04E00D1C1F61}" dt="2025-04-10T18:59:46.816" v="13"/>
        <pc:sldMkLst>
          <pc:docMk/>
          <pc:sldMk cId="2696226521" sldId="262"/>
        </pc:sldMkLst>
        <pc:picChg chg="add mod">
          <ac:chgData name="yaz624@lehigh.edu" userId="S::urn:spo:guest#yaz624@lehigh.edu::" providerId="AD" clId="Web-{F29D8C97-EA4B-7F90-4851-04E00D1C1F61}" dt="2025-04-10T18:59:35.034" v="11" actId="1076"/>
          <ac:picMkLst>
            <pc:docMk/>
            <pc:sldMk cId="2696226521" sldId="262"/>
            <ac:picMk id="3" creationId="{1E901D7D-9B9E-6F52-09C4-8A62F57FDA96}"/>
          </ac:picMkLst>
        </pc:picChg>
        <pc:picChg chg="mod modCrop">
          <ac:chgData name="yaz624@lehigh.edu" userId="S::urn:spo:guest#yaz624@lehigh.edu::" providerId="AD" clId="Web-{F29D8C97-EA4B-7F90-4851-04E00D1C1F61}" dt="2025-04-10T18:59:46.816" v="13"/>
          <ac:picMkLst>
            <pc:docMk/>
            <pc:sldMk cId="2696226521" sldId="262"/>
            <ac:picMk id="5" creationId="{0A983A29-36A7-7764-F6BB-CCAA34D24867}"/>
          </ac:picMkLst>
        </pc:picChg>
      </pc:sldChg>
      <pc:sldChg chg="addSp delSp modSp">
        <pc:chgData name="yaz624@lehigh.edu" userId="S::urn:spo:guest#yaz624@lehigh.edu::" providerId="AD" clId="Web-{F29D8C97-EA4B-7F90-4851-04E00D1C1F61}" dt="2025-04-10T18:59:23.143" v="5"/>
        <pc:sldMkLst>
          <pc:docMk/>
          <pc:sldMk cId="1270201586" sldId="264"/>
        </pc:sldMkLst>
        <pc:picChg chg="add del mod">
          <ac:chgData name="yaz624@lehigh.edu" userId="S::urn:spo:guest#yaz624@lehigh.edu::" providerId="AD" clId="Web-{F29D8C97-EA4B-7F90-4851-04E00D1C1F61}" dt="2025-04-10T18:59:23.143" v="5"/>
          <ac:picMkLst>
            <pc:docMk/>
            <pc:sldMk cId="1270201586" sldId="264"/>
            <ac:picMk id="4" creationId="{1E901D7D-9B9E-6F52-09C4-8A62F57FDA96}"/>
          </ac:picMkLst>
        </pc:picChg>
      </pc:sldChg>
      <pc:sldChg chg="addSp modSp">
        <pc:chgData name="yaz624@lehigh.edu" userId="S::urn:spo:guest#yaz624@lehigh.edu::" providerId="AD" clId="Web-{F29D8C97-EA4B-7F90-4851-04E00D1C1F61}" dt="2025-04-10T19:08:21.186" v="17" actId="1076"/>
        <pc:sldMkLst>
          <pc:docMk/>
          <pc:sldMk cId="4074050712" sldId="265"/>
        </pc:sldMkLst>
        <pc:spChg chg="mod">
          <ac:chgData name="yaz624@lehigh.edu" userId="S::urn:spo:guest#yaz624@lehigh.edu::" providerId="AD" clId="Web-{F29D8C97-EA4B-7F90-4851-04E00D1C1F61}" dt="2025-04-10T19:08:16.796" v="15" actId="20577"/>
          <ac:spMkLst>
            <pc:docMk/>
            <pc:sldMk cId="4074050712" sldId="265"/>
            <ac:spMk id="3" creationId="{0AE409B6-F1C8-FAF8-0F4F-9EA1DBFAC9C1}"/>
          </ac:spMkLst>
        </pc:spChg>
        <pc:picChg chg="add mod">
          <ac:chgData name="yaz624@lehigh.edu" userId="S::urn:spo:guest#yaz624@lehigh.edu::" providerId="AD" clId="Web-{F29D8C97-EA4B-7F90-4851-04E00D1C1F61}" dt="2025-04-10T19:08:21.186" v="17" actId="1076"/>
          <ac:picMkLst>
            <pc:docMk/>
            <pc:sldMk cId="4074050712" sldId="265"/>
            <ac:picMk id="4" creationId="{9C3F6728-5C28-ED72-595A-4B5753804BA7}"/>
          </ac:picMkLst>
        </pc:picChg>
      </pc:sldChg>
    </pc:docChg>
  </pc:docChgLst>
  <pc:docChgLst>
    <pc:chgData name="Qian, Kaiyang" userId="b75c2dfd-7087-4e6d-8294-e848e36bd412" providerId="ADAL" clId="{48FCD75A-E69C-4CA0-9252-B132276A3AF5}"/>
    <pc:docChg chg="undo custSel addSld modSld">
      <pc:chgData name="Qian, Kaiyang" userId="b75c2dfd-7087-4e6d-8294-e848e36bd412" providerId="ADAL" clId="{48FCD75A-E69C-4CA0-9252-B132276A3AF5}" dt="2025-04-09T18:58:30.591" v="233" actId="14100"/>
      <pc:docMkLst>
        <pc:docMk/>
      </pc:docMkLst>
      <pc:sldChg chg="delSp modSp mod">
        <pc:chgData name="Qian, Kaiyang" userId="b75c2dfd-7087-4e6d-8294-e848e36bd412" providerId="ADAL" clId="{48FCD75A-E69C-4CA0-9252-B132276A3AF5}" dt="2025-04-09T18:49:53.690" v="187" actId="478"/>
        <pc:sldMkLst>
          <pc:docMk/>
          <pc:sldMk cId="4242615333" sldId="256"/>
        </pc:sldMkLst>
        <pc:spChg chg="mod">
          <ac:chgData name="Qian, Kaiyang" userId="b75c2dfd-7087-4e6d-8294-e848e36bd412" providerId="ADAL" clId="{48FCD75A-E69C-4CA0-9252-B132276A3AF5}" dt="2025-04-09T18:49:36.130" v="186" actId="20577"/>
          <ac:spMkLst>
            <pc:docMk/>
            <pc:sldMk cId="4242615333" sldId="256"/>
            <ac:spMk id="2" creationId="{969B0B05-0A60-A7F1-D409-2EB2DE4EA427}"/>
          </ac:spMkLst>
        </pc:spChg>
        <pc:spChg chg="del">
          <ac:chgData name="Qian, Kaiyang" userId="b75c2dfd-7087-4e6d-8294-e848e36bd412" providerId="ADAL" clId="{48FCD75A-E69C-4CA0-9252-B132276A3AF5}" dt="2025-04-09T18:49:53.690" v="187" actId="478"/>
          <ac:spMkLst>
            <pc:docMk/>
            <pc:sldMk cId="4242615333" sldId="256"/>
            <ac:spMk id="3" creationId="{42390201-B0C3-6272-4ED2-7B94F41B2F65}"/>
          </ac:spMkLst>
        </pc:spChg>
      </pc:sldChg>
      <pc:sldChg chg="addSp delSp modSp new mod">
        <pc:chgData name="Qian, Kaiyang" userId="b75c2dfd-7087-4e6d-8294-e848e36bd412" providerId="ADAL" clId="{48FCD75A-E69C-4CA0-9252-B132276A3AF5}" dt="2025-04-09T18:23:28.675" v="29"/>
        <pc:sldMkLst>
          <pc:docMk/>
          <pc:sldMk cId="1742337901" sldId="257"/>
        </pc:sldMkLst>
        <pc:spChg chg="mod">
          <ac:chgData name="Qian, Kaiyang" userId="b75c2dfd-7087-4e6d-8294-e848e36bd412" providerId="ADAL" clId="{48FCD75A-E69C-4CA0-9252-B132276A3AF5}" dt="2025-04-09T18:23:28.675" v="29"/>
          <ac:spMkLst>
            <pc:docMk/>
            <pc:sldMk cId="1742337901" sldId="257"/>
            <ac:spMk id="2" creationId="{47846816-1AA0-337D-2444-48AACEE2286C}"/>
          </ac:spMkLst>
        </pc:spChg>
        <pc:spChg chg="del">
          <ac:chgData name="Qian, Kaiyang" userId="b75c2dfd-7087-4e6d-8294-e848e36bd412" providerId="ADAL" clId="{48FCD75A-E69C-4CA0-9252-B132276A3AF5}" dt="2025-04-09T18:22:53.736" v="27" actId="22"/>
          <ac:spMkLst>
            <pc:docMk/>
            <pc:sldMk cId="1742337901" sldId="257"/>
            <ac:spMk id="3" creationId="{88BB7AFA-70AF-8918-4E84-E8402D83707B}"/>
          </ac:spMkLst>
        </pc:spChg>
        <pc:picChg chg="add mod ord">
          <ac:chgData name="Qian, Kaiyang" userId="b75c2dfd-7087-4e6d-8294-e848e36bd412" providerId="ADAL" clId="{48FCD75A-E69C-4CA0-9252-B132276A3AF5}" dt="2025-04-09T18:23:01.836" v="28" actId="14100"/>
          <ac:picMkLst>
            <pc:docMk/>
            <pc:sldMk cId="1742337901" sldId="257"/>
            <ac:picMk id="5" creationId="{0180E075-E004-270B-7322-7CC617888CC0}"/>
          </ac:picMkLst>
        </pc:picChg>
      </pc:sldChg>
      <pc:sldChg chg="addSp delSp modSp new mod">
        <pc:chgData name="Qian, Kaiyang" userId="b75c2dfd-7087-4e6d-8294-e848e36bd412" providerId="ADAL" clId="{48FCD75A-E69C-4CA0-9252-B132276A3AF5}" dt="2025-04-09T18:24:10.769" v="37" actId="14100"/>
        <pc:sldMkLst>
          <pc:docMk/>
          <pc:sldMk cId="3151831451" sldId="258"/>
        </pc:sldMkLst>
        <pc:spChg chg="mod">
          <ac:chgData name="Qian, Kaiyang" userId="b75c2dfd-7087-4e6d-8294-e848e36bd412" providerId="ADAL" clId="{48FCD75A-E69C-4CA0-9252-B132276A3AF5}" dt="2025-04-09T18:23:41.130" v="31"/>
          <ac:spMkLst>
            <pc:docMk/>
            <pc:sldMk cId="3151831451" sldId="258"/>
            <ac:spMk id="2" creationId="{7743C7BF-2971-8A80-406D-607266E090D7}"/>
          </ac:spMkLst>
        </pc:spChg>
        <pc:spChg chg="del">
          <ac:chgData name="Qian, Kaiyang" userId="b75c2dfd-7087-4e6d-8294-e848e36bd412" providerId="ADAL" clId="{48FCD75A-E69C-4CA0-9252-B132276A3AF5}" dt="2025-04-09T18:23:51.798" v="32" actId="22"/>
          <ac:spMkLst>
            <pc:docMk/>
            <pc:sldMk cId="3151831451" sldId="258"/>
            <ac:spMk id="3" creationId="{2CFC8AEB-2B63-94B7-6D11-758AE6DCCE8F}"/>
          </ac:spMkLst>
        </pc:spChg>
        <pc:picChg chg="add mod ord">
          <ac:chgData name="Qian, Kaiyang" userId="b75c2dfd-7087-4e6d-8294-e848e36bd412" providerId="ADAL" clId="{48FCD75A-E69C-4CA0-9252-B132276A3AF5}" dt="2025-04-09T18:24:10.769" v="37" actId="14100"/>
          <ac:picMkLst>
            <pc:docMk/>
            <pc:sldMk cId="3151831451" sldId="258"/>
            <ac:picMk id="5" creationId="{A67DDEA4-8D73-184C-B907-D0E248B4D0A9}"/>
          </ac:picMkLst>
        </pc:picChg>
      </pc:sldChg>
      <pc:sldChg chg="addSp delSp modSp new mod">
        <pc:chgData name="Qian, Kaiyang" userId="b75c2dfd-7087-4e6d-8294-e848e36bd412" providerId="ADAL" clId="{48FCD75A-E69C-4CA0-9252-B132276A3AF5}" dt="2025-04-09T18:38:34.134" v="57" actId="20577"/>
        <pc:sldMkLst>
          <pc:docMk/>
          <pc:sldMk cId="1562659" sldId="259"/>
        </pc:sldMkLst>
        <pc:spChg chg="mod">
          <ac:chgData name="Qian, Kaiyang" userId="b75c2dfd-7087-4e6d-8294-e848e36bd412" providerId="ADAL" clId="{48FCD75A-E69C-4CA0-9252-B132276A3AF5}" dt="2025-04-09T18:26:00.703" v="39"/>
          <ac:spMkLst>
            <pc:docMk/>
            <pc:sldMk cId="1562659" sldId="259"/>
            <ac:spMk id="2" creationId="{B3C9B1AF-0A49-0AB3-89A7-83CDACED04DE}"/>
          </ac:spMkLst>
        </pc:spChg>
        <pc:spChg chg="del mod">
          <ac:chgData name="Qian, Kaiyang" userId="b75c2dfd-7087-4e6d-8294-e848e36bd412" providerId="ADAL" clId="{48FCD75A-E69C-4CA0-9252-B132276A3AF5}" dt="2025-04-09T18:36:08.317" v="42" actId="22"/>
          <ac:spMkLst>
            <pc:docMk/>
            <pc:sldMk cId="1562659" sldId="259"/>
            <ac:spMk id="3" creationId="{72DAF7A8-7FE9-0119-597C-79726E61D9B6}"/>
          </ac:spMkLst>
        </pc:spChg>
        <pc:spChg chg="add mod">
          <ac:chgData name="Qian, Kaiyang" userId="b75c2dfd-7087-4e6d-8294-e848e36bd412" providerId="ADAL" clId="{48FCD75A-E69C-4CA0-9252-B132276A3AF5}" dt="2025-04-09T18:37:40.672" v="47"/>
          <ac:spMkLst>
            <pc:docMk/>
            <pc:sldMk cId="1562659" sldId="259"/>
            <ac:spMk id="6" creationId="{9A7ADBBD-D7A6-4D35-DFEE-354A20685A9F}"/>
          </ac:spMkLst>
        </pc:spChg>
        <pc:spChg chg="add mod">
          <ac:chgData name="Qian, Kaiyang" userId="b75c2dfd-7087-4e6d-8294-e848e36bd412" providerId="ADAL" clId="{48FCD75A-E69C-4CA0-9252-B132276A3AF5}" dt="2025-04-09T18:38:34.134" v="57" actId="20577"/>
          <ac:spMkLst>
            <pc:docMk/>
            <pc:sldMk cId="1562659" sldId="259"/>
            <ac:spMk id="7" creationId="{465AD1A5-F1C2-0599-F9B4-FE92018CC62B}"/>
          </ac:spMkLst>
        </pc:spChg>
        <pc:picChg chg="add mod ord">
          <ac:chgData name="Qian, Kaiyang" userId="b75c2dfd-7087-4e6d-8294-e848e36bd412" providerId="ADAL" clId="{48FCD75A-E69C-4CA0-9252-B132276A3AF5}" dt="2025-04-09T18:37:29.054" v="46" actId="1076"/>
          <ac:picMkLst>
            <pc:docMk/>
            <pc:sldMk cId="1562659" sldId="259"/>
            <ac:picMk id="5" creationId="{65AF15AA-227A-52A4-0961-C59E79AA387A}"/>
          </ac:picMkLst>
        </pc:picChg>
        <pc:picChg chg="add mod">
          <ac:chgData name="Qian, Kaiyang" userId="b75c2dfd-7087-4e6d-8294-e848e36bd412" providerId="ADAL" clId="{48FCD75A-E69C-4CA0-9252-B132276A3AF5}" dt="2025-04-09T18:38:28.605" v="56" actId="1076"/>
          <ac:picMkLst>
            <pc:docMk/>
            <pc:sldMk cId="1562659" sldId="259"/>
            <ac:picMk id="9" creationId="{41E96D49-149E-C013-7270-3AE3E91B2991}"/>
          </ac:picMkLst>
        </pc:picChg>
      </pc:sldChg>
      <pc:sldChg chg="addSp delSp modSp new mod">
        <pc:chgData name="Qian, Kaiyang" userId="b75c2dfd-7087-4e6d-8294-e848e36bd412" providerId="ADAL" clId="{48FCD75A-E69C-4CA0-9252-B132276A3AF5}" dt="2025-04-09T18:43:01.554" v="109" actId="1076"/>
        <pc:sldMkLst>
          <pc:docMk/>
          <pc:sldMk cId="3095002339" sldId="260"/>
        </pc:sldMkLst>
        <pc:spChg chg="mod">
          <ac:chgData name="Qian, Kaiyang" userId="b75c2dfd-7087-4e6d-8294-e848e36bd412" providerId="ADAL" clId="{48FCD75A-E69C-4CA0-9252-B132276A3AF5}" dt="2025-04-09T18:42:06.321" v="94" actId="20577"/>
          <ac:spMkLst>
            <pc:docMk/>
            <pc:sldMk cId="3095002339" sldId="260"/>
            <ac:spMk id="2" creationId="{50A52F5E-1BBE-818A-956F-FCCC044C2FE1}"/>
          </ac:spMkLst>
        </pc:spChg>
        <pc:spChg chg="add del">
          <ac:chgData name="Qian, Kaiyang" userId="b75c2dfd-7087-4e6d-8294-e848e36bd412" providerId="ADAL" clId="{48FCD75A-E69C-4CA0-9252-B132276A3AF5}" dt="2025-04-09T18:42:30.396" v="97" actId="22"/>
          <ac:spMkLst>
            <pc:docMk/>
            <pc:sldMk cId="3095002339" sldId="260"/>
            <ac:spMk id="3" creationId="{A1DDBA15-8CD7-5CBB-160E-87A220F1E2A4}"/>
          </ac:spMkLst>
        </pc:spChg>
        <pc:spChg chg="add mod">
          <ac:chgData name="Qian, Kaiyang" userId="b75c2dfd-7087-4e6d-8294-e848e36bd412" providerId="ADAL" clId="{48FCD75A-E69C-4CA0-9252-B132276A3AF5}" dt="2025-04-09T18:42:22.164" v="96"/>
          <ac:spMkLst>
            <pc:docMk/>
            <pc:sldMk cId="3095002339" sldId="260"/>
            <ac:spMk id="4" creationId="{026D52BD-1755-6C42-0093-1222299FBA26}"/>
          </ac:spMkLst>
        </pc:spChg>
        <pc:picChg chg="add mod ord">
          <ac:chgData name="Qian, Kaiyang" userId="b75c2dfd-7087-4e6d-8294-e848e36bd412" providerId="ADAL" clId="{48FCD75A-E69C-4CA0-9252-B132276A3AF5}" dt="2025-04-09T18:42:56.662" v="108" actId="14100"/>
          <ac:picMkLst>
            <pc:docMk/>
            <pc:sldMk cId="3095002339" sldId="260"/>
            <ac:picMk id="6" creationId="{7862E21E-E7A8-45B7-034E-33CDEF03CB9B}"/>
          </ac:picMkLst>
        </pc:picChg>
        <pc:picChg chg="add mod">
          <ac:chgData name="Qian, Kaiyang" userId="b75c2dfd-7087-4e6d-8294-e848e36bd412" providerId="ADAL" clId="{48FCD75A-E69C-4CA0-9252-B132276A3AF5}" dt="2025-04-09T18:43:01.554" v="109" actId="1076"/>
          <ac:picMkLst>
            <pc:docMk/>
            <pc:sldMk cId="3095002339" sldId="260"/>
            <ac:picMk id="8" creationId="{A52E8F97-BDEF-D521-1DEC-084FF39C4732}"/>
          </ac:picMkLst>
        </pc:picChg>
      </pc:sldChg>
      <pc:sldChg chg="addSp delSp modSp new mod">
        <pc:chgData name="Qian, Kaiyang" userId="b75c2dfd-7087-4e6d-8294-e848e36bd412" providerId="ADAL" clId="{48FCD75A-E69C-4CA0-9252-B132276A3AF5}" dt="2025-04-09T18:44:22.238" v="143" actId="14100"/>
        <pc:sldMkLst>
          <pc:docMk/>
          <pc:sldMk cId="2504478389" sldId="261"/>
        </pc:sldMkLst>
        <pc:spChg chg="mod">
          <ac:chgData name="Qian, Kaiyang" userId="b75c2dfd-7087-4e6d-8294-e848e36bd412" providerId="ADAL" clId="{48FCD75A-E69C-4CA0-9252-B132276A3AF5}" dt="2025-04-09T18:43:26.384" v="130" actId="20577"/>
          <ac:spMkLst>
            <pc:docMk/>
            <pc:sldMk cId="2504478389" sldId="261"/>
            <ac:spMk id="2" creationId="{A92EF9BE-EFB0-6698-A664-714FDF73E3B9}"/>
          </ac:spMkLst>
        </pc:spChg>
        <pc:spChg chg="del">
          <ac:chgData name="Qian, Kaiyang" userId="b75c2dfd-7087-4e6d-8294-e848e36bd412" providerId="ADAL" clId="{48FCD75A-E69C-4CA0-9252-B132276A3AF5}" dt="2025-04-09T18:43:41.890" v="131" actId="22"/>
          <ac:spMkLst>
            <pc:docMk/>
            <pc:sldMk cId="2504478389" sldId="261"/>
            <ac:spMk id="3" creationId="{8EC4F980-2FB8-1B76-D67B-83ADAFC33E5B}"/>
          </ac:spMkLst>
        </pc:spChg>
        <pc:picChg chg="add mod ord">
          <ac:chgData name="Qian, Kaiyang" userId="b75c2dfd-7087-4e6d-8294-e848e36bd412" providerId="ADAL" clId="{48FCD75A-E69C-4CA0-9252-B132276A3AF5}" dt="2025-04-09T18:44:15.717" v="141" actId="14100"/>
          <ac:picMkLst>
            <pc:docMk/>
            <pc:sldMk cId="2504478389" sldId="261"/>
            <ac:picMk id="5" creationId="{5A42D1E6-5FEB-B5F0-8C69-90ED992A3E05}"/>
          </ac:picMkLst>
        </pc:picChg>
        <pc:picChg chg="add mod">
          <ac:chgData name="Qian, Kaiyang" userId="b75c2dfd-7087-4e6d-8294-e848e36bd412" providerId="ADAL" clId="{48FCD75A-E69C-4CA0-9252-B132276A3AF5}" dt="2025-04-09T18:44:22.238" v="143" actId="14100"/>
          <ac:picMkLst>
            <pc:docMk/>
            <pc:sldMk cId="2504478389" sldId="261"/>
            <ac:picMk id="7" creationId="{7B548CB0-FE4B-F7A4-743D-A770B0CCAE54}"/>
          </ac:picMkLst>
        </pc:picChg>
      </pc:sldChg>
      <pc:sldChg chg="addSp delSp modSp new mod">
        <pc:chgData name="Qian, Kaiyang" userId="b75c2dfd-7087-4e6d-8294-e848e36bd412" providerId="ADAL" clId="{48FCD75A-E69C-4CA0-9252-B132276A3AF5}" dt="2025-04-09T18:52:51.811" v="217" actId="14100"/>
        <pc:sldMkLst>
          <pc:docMk/>
          <pc:sldMk cId="2696226521" sldId="262"/>
        </pc:sldMkLst>
        <pc:spChg chg="mod">
          <ac:chgData name="Qian, Kaiyang" userId="b75c2dfd-7087-4e6d-8294-e848e36bd412" providerId="ADAL" clId="{48FCD75A-E69C-4CA0-9252-B132276A3AF5}" dt="2025-04-09T18:50:13.314" v="214" actId="20577"/>
          <ac:spMkLst>
            <pc:docMk/>
            <pc:sldMk cId="2696226521" sldId="262"/>
            <ac:spMk id="2" creationId="{D9380956-F0AC-D9BC-64F7-C61F4BEAF5DC}"/>
          </ac:spMkLst>
        </pc:spChg>
        <pc:spChg chg="del">
          <ac:chgData name="Qian, Kaiyang" userId="b75c2dfd-7087-4e6d-8294-e848e36bd412" providerId="ADAL" clId="{48FCD75A-E69C-4CA0-9252-B132276A3AF5}" dt="2025-04-09T18:52:45.916" v="215" actId="22"/>
          <ac:spMkLst>
            <pc:docMk/>
            <pc:sldMk cId="2696226521" sldId="262"/>
            <ac:spMk id="3" creationId="{015DE368-E226-8332-2150-9D98F54E4E87}"/>
          </ac:spMkLst>
        </pc:spChg>
        <pc:picChg chg="add mod ord">
          <ac:chgData name="Qian, Kaiyang" userId="b75c2dfd-7087-4e6d-8294-e848e36bd412" providerId="ADAL" clId="{48FCD75A-E69C-4CA0-9252-B132276A3AF5}" dt="2025-04-09T18:52:51.811" v="217" actId="14100"/>
          <ac:picMkLst>
            <pc:docMk/>
            <pc:sldMk cId="2696226521" sldId="262"/>
            <ac:picMk id="5" creationId="{0A983A29-36A7-7764-F6BB-CCAA34D24867}"/>
          </ac:picMkLst>
        </pc:picChg>
      </pc:sldChg>
      <pc:sldChg chg="addSp delSp modSp new mod">
        <pc:chgData name="Qian, Kaiyang" userId="b75c2dfd-7087-4e6d-8294-e848e36bd412" providerId="ADAL" clId="{48FCD75A-E69C-4CA0-9252-B132276A3AF5}" dt="2025-04-09T18:58:30.591" v="233" actId="14100"/>
        <pc:sldMkLst>
          <pc:docMk/>
          <pc:sldMk cId="2849212282" sldId="263"/>
        </pc:sldMkLst>
        <pc:spChg chg="mod">
          <ac:chgData name="Qian, Kaiyang" userId="b75c2dfd-7087-4e6d-8294-e848e36bd412" providerId="ADAL" clId="{48FCD75A-E69C-4CA0-9252-B132276A3AF5}" dt="2025-04-09T18:58:28.807" v="232" actId="1076"/>
          <ac:spMkLst>
            <pc:docMk/>
            <pc:sldMk cId="2849212282" sldId="263"/>
            <ac:spMk id="2" creationId="{6BBC0629-1918-C41D-7057-B35A7A69F814}"/>
          </ac:spMkLst>
        </pc:spChg>
        <pc:spChg chg="del">
          <ac:chgData name="Qian, Kaiyang" userId="b75c2dfd-7087-4e6d-8294-e848e36bd412" providerId="ADAL" clId="{48FCD75A-E69C-4CA0-9252-B132276A3AF5}" dt="2025-04-09T18:58:07.879" v="224" actId="22"/>
          <ac:spMkLst>
            <pc:docMk/>
            <pc:sldMk cId="2849212282" sldId="263"/>
            <ac:spMk id="3" creationId="{80FBC83E-DD42-7998-59E3-8054966F57D7}"/>
          </ac:spMkLst>
        </pc:spChg>
        <pc:picChg chg="add mod ord">
          <ac:chgData name="Qian, Kaiyang" userId="b75c2dfd-7087-4e6d-8294-e848e36bd412" providerId="ADAL" clId="{48FCD75A-E69C-4CA0-9252-B132276A3AF5}" dt="2025-04-09T18:58:30.591" v="233" actId="14100"/>
          <ac:picMkLst>
            <pc:docMk/>
            <pc:sldMk cId="2849212282" sldId="263"/>
            <ac:picMk id="5" creationId="{8BA1860D-F773-5416-D11C-047A0D6A4F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AF1E-4FE2-502D-13E9-C1F196AA1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340B1D-7A17-89BB-EEAC-8A1B53228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E579-A642-E6CB-D5BB-4A9F263E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60BD-4387-FF0F-F872-F83881D1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94095-6F5E-0B8C-31DF-B119E61E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0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AE52-7DD2-CCB8-6DBC-02EA4310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4FD53-858A-42F0-78B4-1173ACFC3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4B8D8-C532-4DC7-63B4-3FAAE6D4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5D491-EBD0-0AB0-6017-E4A0E837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0572F-76AD-1722-AAA0-73A7884F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3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111C-E8EB-C895-F24F-C2CCFDC19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B6E34-79D6-81D8-D78E-78AEA5C02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3933E-ED49-729F-1C4A-04FA715B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DA4C5-4B54-F7EB-5560-0646B76E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D8A7C-F172-33C5-45EB-9FF06E97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9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E507-8D3D-AC6E-925D-F5F50AD6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B52B-EFB4-37D9-C1D0-3E0AEC796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D193E-ACE1-33BA-B90F-DA8FD8BD4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B6313-5C7C-86FB-F06F-BF219A1A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3B5B7-1C40-EFEA-692C-E10341B0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C9A8C-EF37-9525-C418-F8A74EF6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8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A45A-8737-EE1A-EE44-A1485358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44CBB-93D9-4C6A-6B25-7DA115609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38313-CC37-4C8B-F3F3-033630DCC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EF1EF-1570-30F5-7103-CE8D6B873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DA8AE-4ACF-85E2-95E4-1EA54BA94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0736A-8E6B-6C84-5933-603EF78B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40AC7E-91EE-FC04-1790-CF2DEEF8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C1F21-4FF7-EAC8-FE6A-C5684782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0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47C2-85EF-7F3E-F3A8-2AEBE576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9A26F-9709-2A61-E0A5-D1ED6E7F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91FAA-B0E1-8C36-7659-C374AA6D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26B1D-61D2-9B58-A596-4B52AC02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65C84-90D2-1572-A349-EC052849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5B77F-3E82-D2B3-F056-127B1BF5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10051-CEEE-3886-FB7A-FAC4A87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71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160F-7091-E4DC-D0D9-C21E153D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A1D14-AA38-C2A6-EE2C-51A49C451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4EA02-167A-0807-AA09-D78D572A1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94BF1-BF0C-5CFC-921C-16EF8896D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123FC-712E-6619-B52B-78F2133A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A49CC-0950-FA33-EE73-84175FD5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5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571A-2F79-C63D-D529-5DF81098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BE977-BEE8-9BA4-5595-7B2B1C8A6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976FB-93F2-F2DD-1277-F9444DBAB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D364-8F4C-6814-ADB1-3830DBE5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61488-31B5-7927-8EF3-3E19A4BF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2A3FF-1C23-6C39-9608-364A04D7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1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AA65-9E61-50EC-FADF-35E45946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FD6B5-9C35-0797-2BEA-4B73FD403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1FD9A-34FE-5439-F271-9D0FA130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40C6F-CE26-E38D-8E4C-A2770D5D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A32F9-838F-9ED0-D46D-A7F36F4D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3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F4EA3-627A-C4E9-48C7-D724C1B50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E83C3-8745-9BCC-5CC1-6869BF475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FD4E8-D769-5912-593C-480D93AD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18EC1-0A2A-3924-84F1-49DD29A3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FE825-45B8-8FD8-3CDC-52D9CAD8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2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888B0-2DAB-BEE7-435A-54C1BA47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0AF2-0702-D9E9-F0B5-1DB4D2B05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2CDC-61C7-E7FA-F50E-93B2C31ED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99412-66F5-42A9-8789-9B4C3C284F2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DD346-F398-29D1-356B-C2BE8715C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F39A9-D6CB-7E4D-203D-997DDED9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94E2A-A1A9-45A6-A4AD-BFF79084E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7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ynapse.org/#!Synapse:syn52540892/wiki/623753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0B05-0A60-A7F1-D409-2EB2DE4EA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4242615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6816-1AA0-337D-2444-48AACEE2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Number of unique patients for each score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80E075-E004-270B-7322-7CC617888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3943" y="1467434"/>
            <a:ext cx="7661412" cy="4709529"/>
          </a:xfrm>
        </p:spPr>
      </p:pic>
    </p:spTree>
    <p:extLst>
      <p:ext uri="{BB962C8B-B14F-4D97-AF65-F5344CB8AC3E}">
        <p14:creationId xmlns:p14="http://schemas.microsoft.com/office/powerpoint/2010/main" val="1742337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C7BF-2971-8A80-406D-607266E0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PD Patients – Number of records for each 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7DDEA4-8D73-184C-B907-D0E248B4D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3999" y="1669411"/>
            <a:ext cx="8121445" cy="4732917"/>
          </a:xfrm>
        </p:spPr>
      </p:pic>
    </p:spTree>
    <p:extLst>
      <p:ext uri="{BB962C8B-B14F-4D97-AF65-F5344CB8AC3E}">
        <p14:creationId xmlns:p14="http://schemas.microsoft.com/office/powerpoint/2010/main" val="315183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B1AF-0A49-0AB3-89A7-83CDACED0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 to address this imbalance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F15AA-227A-52A4-0961-C59E79AA3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7394"/>
            <a:ext cx="10515600" cy="17149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7ADBBD-D7A6-4D35-DFEE-354A20685A9F}"/>
              </a:ext>
            </a:extLst>
          </p:cNvPr>
          <p:cNvSpPr txBox="1"/>
          <p:nvPr/>
        </p:nvSpPr>
        <p:spPr>
          <a:xfrm>
            <a:off x="740229" y="1589315"/>
            <a:ext cx="3279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1. Use Class Weights in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AD1A5-F1C2-0599-F9B4-FE92018CC62B}"/>
              </a:ext>
            </a:extLst>
          </p:cNvPr>
          <p:cNvSpPr txBox="1"/>
          <p:nvPr/>
        </p:nvSpPr>
        <p:spPr>
          <a:xfrm>
            <a:off x="740229" y="3954401"/>
            <a:ext cx="2779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2. Resampling Techniques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E96D49-149E-C013-7270-3AE3E91B2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23733"/>
            <a:ext cx="9194800" cy="238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F9BE-EFB0-6698-A664-714FDF73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42D1E6-5FEB-B5F0-8C69-90ED992A3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187" y="1289102"/>
            <a:ext cx="9015413" cy="27415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548CB0-FE4B-F7A4-743D-A770B0CCA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6" y="4091957"/>
            <a:ext cx="8858097" cy="257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7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2F5E-1BBE-818A-956F-FCCC044C2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between two methods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62E21E-E7A8-45B7-034E-33CDEF03C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30" y="1848466"/>
            <a:ext cx="6124109" cy="418101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2E8F97-BDEF-D521-1DEC-084FF39C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016" y="1721581"/>
            <a:ext cx="6206984" cy="443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0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0956-F0AC-D9BC-64F7-C61F4BEA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Data Problems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983A29-36A7-7764-F6BB-CCAA34D24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28" r="-132"/>
          <a:stretch/>
        </p:blipFill>
        <p:spPr>
          <a:xfrm>
            <a:off x="339233" y="1316721"/>
            <a:ext cx="7715429" cy="5426427"/>
          </a:xfrm>
        </p:spPr>
      </p:pic>
      <p:pic>
        <p:nvPicPr>
          <p:cNvPr id="3" name="Picture 2" descr="A diagram of a person in a constellation&#10;&#10;AI-generated content may be incorrect.">
            <a:extLst>
              <a:ext uri="{FF2B5EF4-FFF2-40B4-BE49-F238E27FC236}">
                <a16:creationId xmlns:a16="http://schemas.microsoft.com/office/drawing/2014/main" id="{1E901D7D-9B9E-6F52-09C4-8A62F57FD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429" y="1186862"/>
            <a:ext cx="3850640" cy="297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26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0629-1918-C41D-7057-B35A7A69F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15" y="65959"/>
            <a:ext cx="10515600" cy="1325563"/>
          </a:xfrm>
        </p:spPr>
        <p:txBody>
          <a:bodyPr/>
          <a:lstStyle/>
          <a:p>
            <a:r>
              <a:rPr lang="en-US"/>
              <a:t>UPDRS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A1860D-F773-5416-D11C-047A0D6A4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630" y="943429"/>
            <a:ext cx="10384970" cy="5848612"/>
          </a:xfrm>
        </p:spPr>
      </p:pic>
    </p:spTree>
    <p:extLst>
      <p:ext uri="{BB962C8B-B14F-4D97-AF65-F5344CB8AC3E}">
        <p14:creationId xmlns:p14="http://schemas.microsoft.com/office/powerpoint/2010/main" val="2849212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AB8C-F2AD-3175-0FE2-9C6F87E9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035685"/>
            <a:ext cx="11257280" cy="135604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New dataset 1:</a:t>
            </a:r>
            <a:br>
              <a:rPr lang="en-US" sz="3200" b="1" dirty="0">
                <a:latin typeface="DM Sans"/>
              </a:rPr>
            </a:br>
            <a:br>
              <a:rPr lang="en-US" sz="3200" b="1" dirty="0">
                <a:latin typeface="DM Sans"/>
              </a:rPr>
            </a:b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 </a:t>
            </a:r>
            <a:br>
              <a:rPr lang="en-US" sz="3200" b="1" dirty="0">
                <a:latin typeface="DM Sans"/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           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Wearables for gait in Parkinson's Disease and age-matched controls (</a:t>
            </a:r>
            <a:r>
              <a:rPr lang="en-US" sz="2200" b="1" err="1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WearGait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-PD)</a:t>
            </a:r>
            <a:endParaRPr lang="en-US" sz="2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99D6C-3F0F-72C8-25C3-E00DEEEA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764" y="284933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515359"/>
                </a:solidFill>
                <a:latin typeface="DM Sans"/>
              </a:rPr>
              <a:t>Includes data from 126 participants (61 PD patients, 65 age-matched controls) each performing eight (8) walking and balance tasks. More details on the data can be found in </a:t>
            </a:r>
            <a:r>
              <a:rPr lang="en-US" sz="2400" b="1" u="sng">
                <a:solidFill>
                  <a:srgbClr val="395979"/>
                </a:solidFill>
                <a:latin typeface="DM Sans"/>
                <a:hlinkClick r:id="rId2"/>
              </a:rPr>
              <a:t>Data Description</a:t>
            </a:r>
            <a:r>
              <a:rPr lang="en-US" sz="2400">
                <a:solidFill>
                  <a:srgbClr val="515359"/>
                </a:solidFill>
                <a:latin typeface="DM Sans"/>
              </a:rPr>
              <a:t>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7020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70EC5-3F00-A9EC-36F0-82133B79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3AD7-68AA-9BDD-5A0D-F23202BA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72085"/>
            <a:ext cx="11257280" cy="29003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New dataset 2:</a:t>
            </a:r>
            <a:br>
              <a:rPr lang="en-US" sz="3200" b="1" dirty="0">
                <a:latin typeface="DM Sans"/>
              </a:rPr>
            </a:br>
            <a:br>
              <a:rPr lang="en-US" sz="3200" b="1" dirty="0">
                <a:latin typeface="DM Sans"/>
              </a:rPr>
            </a:b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 </a:t>
            </a:r>
            <a:br>
              <a:rPr lang="en-US" sz="3200" b="1" dirty="0">
                <a:latin typeface="DM Sans"/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                                  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  <a:t>mPower: Mobile Parkinson Disease Study</a:t>
            </a:r>
            <a:b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</a:rPr>
            </a:b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DM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409B6-F1C8-FAF8-0F4F-9EA1DBFAC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277050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  <a:ea typeface="+mj-ea"/>
                <a:cs typeface="+mj-cs"/>
              </a:rPr>
              <a:t>Memory: complete a short visuospatial game related to the Corsi block tapping test.</a:t>
            </a: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DM Sans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  <a:ea typeface="+mj-ea"/>
                <a:cs typeface="+mj-cs"/>
              </a:rPr>
              <a:t>Tapping: repeatedly tap their phone’s screen.</a:t>
            </a: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DM Sans"/>
              <a:ea typeface="+mj-ea"/>
              <a:cs typeface="+mj-cs"/>
            </a:endParaRP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DM Sans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  <a:ea typeface="+mj-ea"/>
                <a:cs typeface="+mj-cs"/>
              </a:rPr>
              <a:t>Voice: record themselves saying “</a:t>
            </a:r>
            <a:r>
              <a:rPr lang="en-US" sz="1800" err="1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  <a:ea typeface="+mj-ea"/>
                <a:cs typeface="+mj-cs"/>
              </a:rPr>
              <a:t>aaah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  <a:ea typeface="+mj-ea"/>
                <a:cs typeface="+mj-cs"/>
              </a:rPr>
              <a:t>” for 10 seconds.</a:t>
            </a: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DM Sans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DM Sans"/>
                <a:ea typeface="+mj-ea"/>
                <a:cs typeface="+mj-cs"/>
              </a:rPr>
              <a:t>Walking: In this module participants walk back and forth for 20-30 seconds with their smartphone in their pocket. They are then asked to stand still for another 20-30 seconds.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C3F6728-5C28-ED72-595A-4B5753804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458" y="3430270"/>
            <a:ext cx="45053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50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4/10</vt:lpstr>
      <vt:lpstr>Number of unique patients for each score</vt:lpstr>
      <vt:lpstr>PD Patients – Number of records for each score</vt:lpstr>
      <vt:lpstr>Solutions to address this imbalance</vt:lpstr>
      <vt:lpstr>Results </vt:lpstr>
      <vt:lpstr>Difference between two methods</vt:lpstr>
      <vt:lpstr>Merge Data Problems</vt:lpstr>
      <vt:lpstr>UPDRS</vt:lpstr>
      <vt:lpstr>New dataset 1:                Wearables for gait in Parkinson's Disease and age-matched controls (WearGait-PD)</vt:lpstr>
      <vt:lpstr>New dataset 2:                                       mPower: Mobile Parkinson Disease Study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revision>37</cp:revision>
  <dcterms:created xsi:type="dcterms:W3CDTF">2025-04-08T01:10:47Z</dcterms:created>
  <dcterms:modified xsi:type="dcterms:W3CDTF">2025-04-10T19:08:27Z</dcterms:modified>
</cp:coreProperties>
</file>