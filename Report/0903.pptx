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FC8F21A-0E9F-F213-15AF-1503F4C9519E}" v="1" dt="2025-09-04T19:10:47.314"/>
    <p1510:client id="{E5D85549-9B8F-400D-9EB3-60C9BEE8A54C}" v="16" dt="2025-09-04T20:26:01.04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984" autoAdjust="0"/>
    <p:restoredTop sz="94660"/>
  </p:normalViewPr>
  <p:slideViewPr>
    <p:cSldViewPr snapToGrid="0">
      <p:cViewPr varScale="1">
        <p:scale>
          <a:sx n="136" d="100"/>
          <a:sy n="136" d="100"/>
        </p:scale>
        <p:origin x="124" y="4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Qian, Kaiyang" userId="b75c2dfd-7087-4e6d-8294-e848e36bd412" providerId="ADAL" clId="{E53DFDB7-3F2B-4A7B-A399-369D1EE68F4F}"/>
    <pc:docChg chg="custSel addSld modSld">
      <pc:chgData name="Qian, Kaiyang" userId="b75c2dfd-7087-4e6d-8294-e848e36bd412" providerId="ADAL" clId="{E53DFDB7-3F2B-4A7B-A399-369D1EE68F4F}" dt="2025-09-04T20:26:02.630" v="79" actId="27614"/>
      <pc:docMkLst>
        <pc:docMk/>
      </pc:docMkLst>
      <pc:sldChg chg="modSp mod">
        <pc:chgData name="Qian, Kaiyang" userId="b75c2dfd-7087-4e6d-8294-e848e36bd412" providerId="ADAL" clId="{E53DFDB7-3F2B-4A7B-A399-369D1EE68F4F}" dt="2025-09-04T05:11:40.242" v="2" actId="27636"/>
        <pc:sldMkLst>
          <pc:docMk/>
          <pc:sldMk cId="794433235" sldId="257"/>
        </pc:sldMkLst>
        <pc:spChg chg="mod">
          <ac:chgData name="Qian, Kaiyang" userId="b75c2dfd-7087-4e6d-8294-e848e36bd412" providerId="ADAL" clId="{E53DFDB7-3F2B-4A7B-A399-369D1EE68F4F}" dt="2025-09-04T05:11:26.626" v="0"/>
          <ac:spMkLst>
            <pc:docMk/>
            <pc:sldMk cId="794433235" sldId="257"/>
            <ac:spMk id="2" creationId="{5A056059-6615-52EF-DEDB-CB4EC47EBD64}"/>
          </ac:spMkLst>
        </pc:spChg>
        <pc:spChg chg="mod">
          <ac:chgData name="Qian, Kaiyang" userId="b75c2dfd-7087-4e6d-8294-e848e36bd412" providerId="ADAL" clId="{E53DFDB7-3F2B-4A7B-A399-369D1EE68F4F}" dt="2025-09-04T05:11:40.242" v="2" actId="27636"/>
          <ac:spMkLst>
            <pc:docMk/>
            <pc:sldMk cId="794433235" sldId="257"/>
            <ac:spMk id="3" creationId="{FB5C3C96-D020-E93D-ED14-9B229FFA0956}"/>
          </ac:spMkLst>
        </pc:spChg>
      </pc:sldChg>
      <pc:sldChg chg="modSp new">
        <pc:chgData name="Qian, Kaiyang" userId="b75c2dfd-7087-4e6d-8294-e848e36bd412" providerId="ADAL" clId="{E53DFDB7-3F2B-4A7B-A399-369D1EE68F4F}" dt="2025-09-04T05:12:26.274" v="5"/>
        <pc:sldMkLst>
          <pc:docMk/>
          <pc:sldMk cId="1179139971" sldId="258"/>
        </pc:sldMkLst>
        <pc:spChg chg="mod">
          <ac:chgData name="Qian, Kaiyang" userId="b75c2dfd-7087-4e6d-8294-e848e36bd412" providerId="ADAL" clId="{E53DFDB7-3F2B-4A7B-A399-369D1EE68F4F}" dt="2025-09-04T05:12:20.314" v="4"/>
          <ac:spMkLst>
            <pc:docMk/>
            <pc:sldMk cId="1179139971" sldId="258"/>
            <ac:spMk id="2" creationId="{16A9D192-B630-89D0-80F2-F1755F609045}"/>
          </ac:spMkLst>
        </pc:spChg>
        <pc:spChg chg="mod">
          <ac:chgData name="Qian, Kaiyang" userId="b75c2dfd-7087-4e6d-8294-e848e36bd412" providerId="ADAL" clId="{E53DFDB7-3F2B-4A7B-A399-369D1EE68F4F}" dt="2025-09-04T05:12:26.274" v="5"/>
          <ac:spMkLst>
            <pc:docMk/>
            <pc:sldMk cId="1179139971" sldId="258"/>
            <ac:spMk id="3" creationId="{C479B050-E7FE-EA0B-4C18-62326C6BF7DB}"/>
          </ac:spMkLst>
        </pc:spChg>
      </pc:sldChg>
      <pc:sldChg chg="modSp new mod">
        <pc:chgData name="Qian, Kaiyang" userId="b75c2dfd-7087-4e6d-8294-e848e36bd412" providerId="ADAL" clId="{E53DFDB7-3F2B-4A7B-A399-369D1EE68F4F}" dt="2025-09-04T05:48:10.558" v="9" actId="27636"/>
        <pc:sldMkLst>
          <pc:docMk/>
          <pc:sldMk cId="1398621246" sldId="259"/>
        </pc:sldMkLst>
        <pc:spChg chg="mod">
          <ac:chgData name="Qian, Kaiyang" userId="b75c2dfd-7087-4e6d-8294-e848e36bd412" providerId="ADAL" clId="{E53DFDB7-3F2B-4A7B-A399-369D1EE68F4F}" dt="2025-09-04T05:48:04.288" v="7"/>
          <ac:spMkLst>
            <pc:docMk/>
            <pc:sldMk cId="1398621246" sldId="259"/>
            <ac:spMk id="2" creationId="{8B033E1A-BF0A-E486-43FA-722FE64A5B84}"/>
          </ac:spMkLst>
        </pc:spChg>
        <pc:spChg chg="mod">
          <ac:chgData name="Qian, Kaiyang" userId="b75c2dfd-7087-4e6d-8294-e848e36bd412" providerId="ADAL" clId="{E53DFDB7-3F2B-4A7B-A399-369D1EE68F4F}" dt="2025-09-04T05:48:10.558" v="9" actId="27636"/>
          <ac:spMkLst>
            <pc:docMk/>
            <pc:sldMk cId="1398621246" sldId="259"/>
            <ac:spMk id="3" creationId="{E058BD25-9040-D4B8-90DB-7A1652A0B631}"/>
          </ac:spMkLst>
        </pc:spChg>
      </pc:sldChg>
      <pc:sldChg chg="modSp new">
        <pc:chgData name="Qian, Kaiyang" userId="b75c2dfd-7087-4e6d-8294-e848e36bd412" providerId="ADAL" clId="{E53DFDB7-3F2B-4A7B-A399-369D1EE68F4F}" dt="2025-09-04T05:48:50.653" v="12"/>
        <pc:sldMkLst>
          <pc:docMk/>
          <pc:sldMk cId="1316478703" sldId="260"/>
        </pc:sldMkLst>
        <pc:spChg chg="mod">
          <ac:chgData name="Qian, Kaiyang" userId="b75c2dfd-7087-4e6d-8294-e848e36bd412" providerId="ADAL" clId="{E53DFDB7-3F2B-4A7B-A399-369D1EE68F4F}" dt="2025-09-04T05:48:36.732" v="11"/>
          <ac:spMkLst>
            <pc:docMk/>
            <pc:sldMk cId="1316478703" sldId="260"/>
            <ac:spMk id="2" creationId="{F15DCBCC-D097-3705-D8C1-338D3EC133D1}"/>
          </ac:spMkLst>
        </pc:spChg>
        <pc:spChg chg="mod">
          <ac:chgData name="Qian, Kaiyang" userId="b75c2dfd-7087-4e6d-8294-e848e36bd412" providerId="ADAL" clId="{E53DFDB7-3F2B-4A7B-A399-369D1EE68F4F}" dt="2025-09-04T05:48:50.653" v="12"/>
          <ac:spMkLst>
            <pc:docMk/>
            <pc:sldMk cId="1316478703" sldId="260"/>
            <ac:spMk id="3" creationId="{46DF5F99-86C3-6206-923A-99B242F673D4}"/>
          </ac:spMkLst>
        </pc:spChg>
      </pc:sldChg>
      <pc:sldChg chg="modSp new mod">
        <pc:chgData name="Qian, Kaiyang" userId="b75c2dfd-7087-4e6d-8294-e848e36bd412" providerId="ADAL" clId="{E53DFDB7-3F2B-4A7B-A399-369D1EE68F4F}" dt="2025-09-04T05:49:21.491" v="17" actId="5793"/>
        <pc:sldMkLst>
          <pc:docMk/>
          <pc:sldMk cId="1728106950" sldId="261"/>
        </pc:sldMkLst>
        <pc:spChg chg="mod">
          <ac:chgData name="Qian, Kaiyang" userId="b75c2dfd-7087-4e6d-8294-e848e36bd412" providerId="ADAL" clId="{E53DFDB7-3F2B-4A7B-A399-369D1EE68F4F}" dt="2025-09-04T05:49:09.656" v="14"/>
          <ac:spMkLst>
            <pc:docMk/>
            <pc:sldMk cId="1728106950" sldId="261"/>
            <ac:spMk id="2" creationId="{2D5996E9-C327-2F61-E83B-84AF74AB975D}"/>
          </ac:spMkLst>
        </pc:spChg>
        <pc:spChg chg="mod">
          <ac:chgData name="Qian, Kaiyang" userId="b75c2dfd-7087-4e6d-8294-e848e36bd412" providerId="ADAL" clId="{E53DFDB7-3F2B-4A7B-A399-369D1EE68F4F}" dt="2025-09-04T05:49:21.491" v="17" actId="5793"/>
          <ac:spMkLst>
            <pc:docMk/>
            <pc:sldMk cId="1728106950" sldId="261"/>
            <ac:spMk id="3" creationId="{0B4CE980-C22B-BCF0-8079-A4E942A221D3}"/>
          </ac:spMkLst>
        </pc:spChg>
      </pc:sldChg>
      <pc:sldChg chg="modSp new">
        <pc:chgData name="Qian, Kaiyang" userId="b75c2dfd-7087-4e6d-8294-e848e36bd412" providerId="ADAL" clId="{E53DFDB7-3F2B-4A7B-A399-369D1EE68F4F}" dt="2025-09-04T05:50:33.092" v="20"/>
        <pc:sldMkLst>
          <pc:docMk/>
          <pc:sldMk cId="1605880136" sldId="262"/>
        </pc:sldMkLst>
        <pc:spChg chg="mod">
          <ac:chgData name="Qian, Kaiyang" userId="b75c2dfd-7087-4e6d-8294-e848e36bd412" providerId="ADAL" clId="{E53DFDB7-3F2B-4A7B-A399-369D1EE68F4F}" dt="2025-09-04T05:50:18.191" v="19"/>
          <ac:spMkLst>
            <pc:docMk/>
            <pc:sldMk cId="1605880136" sldId="262"/>
            <ac:spMk id="2" creationId="{A227E9D5-CE57-744B-204E-805E7C7AF621}"/>
          </ac:spMkLst>
        </pc:spChg>
        <pc:spChg chg="mod">
          <ac:chgData name="Qian, Kaiyang" userId="b75c2dfd-7087-4e6d-8294-e848e36bd412" providerId="ADAL" clId="{E53DFDB7-3F2B-4A7B-A399-369D1EE68F4F}" dt="2025-09-04T05:50:33.092" v="20"/>
          <ac:spMkLst>
            <pc:docMk/>
            <pc:sldMk cId="1605880136" sldId="262"/>
            <ac:spMk id="3" creationId="{A98DDC64-0757-3880-ED62-E08EE89EEBD5}"/>
          </ac:spMkLst>
        </pc:spChg>
      </pc:sldChg>
      <pc:sldChg chg="addSp delSp modSp new mod">
        <pc:chgData name="Qian, Kaiyang" userId="b75c2dfd-7087-4e6d-8294-e848e36bd412" providerId="ADAL" clId="{E53DFDB7-3F2B-4A7B-A399-369D1EE68F4F}" dt="2025-09-04T05:55:01.463" v="60" actId="14100"/>
        <pc:sldMkLst>
          <pc:docMk/>
          <pc:sldMk cId="1893641923" sldId="263"/>
        </pc:sldMkLst>
        <pc:spChg chg="mod">
          <ac:chgData name="Qian, Kaiyang" userId="b75c2dfd-7087-4e6d-8294-e848e36bd412" providerId="ADAL" clId="{E53DFDB7-3F2B-4A7B-A399-369D1EE68F4F}" dt="2025-09-04T05:53:40.737" v="40" actId="1076"/>
          <ac:spMkLst>
            <pc:docMk/>
            <pc:sldMk cId="1893641923" sldId="263"/>
            <ac:spMk id="2" creationId="{E0F3F248-9EB3-258E-9729-801A57DCB669}"/>
          </ac:spMkLst>
        </pc:spChg>
        <pc:spChg chg="del">
          <ac:chgData name="Qian, Kaiyang" userId="b75c2dfd-7087-4e6d-8294-e848e36bd412" providerId="ADAL" clId="{E53DFDB7-3F2B-4A7B-A399-369D1EE68F4F}" dt="2025-09-04T05:52:16.099" v="23" actId="22"/>
          <ac:spMkLst>
            <pc:docMk/>
            <pc:sldMk cId="1893641923" sldId="263"/>
            <ac:spMk id="3" creationId="{2FBC4D59-2B1A-D2B7-FF18-10F2921E3737}"/>
          </ac:spMkLst>
        </pc:spChg>
        <pc:spChg chg="add del mod">
          <ac:chgData name="Qian, Kaiyang" userId="b75c2dfd-7087-4e6d-8294-e848e36bd412" providerId="ADAL" clId="{E53DFDB7-3F2B-4A7B-A399-369D1EE68F4F}" dt="2025-09-04T05:54:24.640" v="42" actId="22"/>
          <ac:spMkLst>
            <pc:docMk/>
            <pc:sldMk cId="1893641923" sldId="263"/>
            <ac:spMk id="9" creationId="{0CF005D7-293A-8E44-B66B-D72833F7BBF0}"/>
          </ac:spMkLst>
        </pc:spChg>
        <pc:picChg chg="add del mod ord">
          <ac:chgData name="Qian, Kaiyang" userId="b75c2dfd-7087-4e6d-8294-e848e36bd412" providerId="ADAL" clId="{E53DFDB7-3F2B-4A7B-A399-369D1EE68F4F}" dt="2025-09-04T05:54:23.263" v="41" actId="478"/>
          <ac:picMkLst>
            <pc:docMk/>
            <pc:sldMk cId="1893641923" sldId="263"/>
            <ac:picMk id="5" creationId="{D50DBC6A-6AF5-ABA2-964D-BA88815E6A76}"/>
          </ac:picMkLst>
        </pc:picChg>
        <pc:picChg chg="add del mod">
          <ac:chgData name="Qian, Kaiyang" userId="b75c2dfd-7087-4e6d-8294-e848e36bd412" providerId="ADAL" clId="{E53DFDB7-3F2B-4A7B-A399-369D1EE68F4F}" dt="2025-09-04T05:54:44.639" v="46" actId="478"/>
          <ac:picMkLst>
            <pc:docMk/>
            <pc:sldMk cId="1893641923" sldId="263"/>
            <ac:picMk id="7" creationId="{4936B3AA-E271-B4AD-5CAD-3ECC3CBA9AEE}"/>
          </ac:picMkLst>
        </pc:picChg>
        <pc:picChg chg="add mod ord">
          <ac:chgData name="Qian, Kaiyang" userId="b75c2dfd-7087-4e6d-8294-e848e36bd412" providerId="ADAL" clId="{E53DFDB7-3F2B-4A7B-A399-369D1EE68F4F}" dt="2025-09-04T05:54:56.658" v="57" actId="1076"/>
          <ac:picMkLst>
            <pc:docMk/>
            <pc:sldMk cId="1893641923" sldId="263"/>
            <ac:picMk id="11" creationId="{31D58805-0A79-B606-AB4A-976D14DEA922}"/>
          </ac:picMkLst>
        </pc:picChg>
        <pc:picChg chg="add mod">
          <ac:chgData name="Qian, Kaiyang" userId="b75c2dfd-7087-4e6d-8294-e848e36bd412" providerId="ADAL" clId="{E53DFDB7-3F2B-4A7B-A399-369D1EE68F4F}" dt="2025-09-04T05:55:01.463" v="60" actId="14100"/>
          <ac:picMkLst>
            <pc:docMk/>
            <pc:sldMk cId="1893641923" sldId="263"/>
            <ac:picMk id="13" creationId="{C2F84305-5BD6-9FBE-8E84-D30B4ED564B3}"/>
          </ac:picMkLst>
        </pc:picChg>
      </pc:sldChg>
      <pc:sldChg chg="addSp delSp modSp new mod">
        <pc:chgData name="Qian, Kaiyang" userId="b75c2dfd-7087-4e6d-8294-e848e36bd412" providerId="ADAL" clId="{E53DFDB7-3F2B-4A7B-A399-369D1EE68F4F}" dt="2025-09-04T05:56:14.321" v="72" actId="1076"/>
        <pc:sldMkLst>
          <pc:docMk/>
          <pc:sldMk cId="2579556469" sldId="264"/>
        </pc:sldMkLst>
        <pc:spChg chg="mod">
          <ac:chgData name="Qian, Kaiyang" userId="b75c2dfd-7087-4e6d-8294-e848e36bd412" providerId="ADAL" clId="{E53DFDB7-3F2B-4A7B-A399-369D1EE68F4F}" dt="2025-09-04T05:56:14.321" v="72" actId="1076"/>
          <ac:spMkLst>
            <pc:docMk/>
            <pc:sldMk cId="2579556469" sldId="264"/>
            <ac:spMk id="2" creationId="{89C26452-10A1-F282-C814-E36AF18D00D5}"/>
          </ac:spMkLst>
        </pc:spChg>
        <pc:spChg chg="del">
          <ac:chgData name="Qian, Kaiyang" userId="b75c2dfd-7087-4e6d-8294-e848e36bd412" providerId="ADAL" clId="{E53DFDB7-3F2B-4A7B-A399-369D1EE68F4F}" dt="2025-09-04T05:55:17.177" v="63" actId="22"/>
          <ac:spMkLst>
            <pc:docMk/>
            <pc:sldMk cId="2579556469" sldId="264"/>
            <ac:spMk id="3" creationId="{072C97E6-2FF9-F3CF-0A4E-0E8315A98CD8}"/>
          </ac:spMkLst>
        </pc:spChg>
        <pc:picChg chg="add mod ord">
          <ac:chgData name="Qian, Kaiyang" userId="b75c2dfd-7087-4e6d-8294-e848e36bd412" providerId="ADAL" clId="{E53DFDB7-3F2B-4A7B-A399-369D1EE68F4F}" dt="2025-09-04T05:55:18.639" v="64" actId="1076"/>
          <ac:picMkLst>
            <pc:docMk/>
            <pc:sldMk cId="2579556469" sldId="264"/>
            <ac:picMk id="5" creationId="{C8E5C978-39BD-31F0-59DF-C4BDA1914066}"/>
          </ac:picMkLst>
        </pc:picChg>
        <pc:picChg chg="add mod">
          <ac:chgData name="Qian, Kaiyang" userId="b75c2dfd-7087-4e6d-8294-e848e36bd412" providerId="ADAL" clId="{E53DFDB7-3F2B-4A7B-A399-369D1EE68F4F}" dt="2025-09-04T05:55:39.895" v="71" actId="14100"/>
          <ac:picMkLst>
            <pc:docMk/>
            <pc:sldMk cId="2579556469" sldId="264"/>
            <ac:picMk id="7" creationId="{69435C8D-6295-4853-D7F5-F359B378DFA7}"/>
          </ac:picMkLst>
        </pc:picChg>
      </pc:sldChg>
      <pc:sldChg chg="addSp delSp modSp mod">
        <pc:chgData name="Qian, Kaiyang" userId="b75c2dfd-7087-4e6d-8294-e848e36bd412" providerId="ADAL" clId="{E53DFDB7-3F2B-4A7B-A399-369D1EE68F4F}" dt="2025-09-04T20:25:53.923" v="76" actId="962"/>
        <pc:sldMkLst>
          <pc:docMk/>
          <pc:sldMk cId="59423065" sldId="265"/>
        </pc:sldMkLst>
        <pc:spChg chg="del">
          <ac:chgData name="Qian, Kaiyang" userId="b75c2dfd-7087-4e6d-8294-e848e36bd412" providerId="ADAL" clId="{E53DFDB7-3F2B-4A7B-A399-369D1EE68F4F}" dt="2025-09-04T20:25:52.625" v="73"/>
          <ac:spMkLst>
            <pc:docMk/>
            <pc:sldMk cId="59423065" sldId="265"/>
            <ac:spMk id="3" creationId="{A9153EC0-F2BE-873B-C912-E702892B64FE}"/>
          </ac:spMkLst>
        </pc:spChg>
        <pc:picChg chg="add mod">
          <ac:chgData name="Qian, Kaiyang" userId="b75c2dfd-7087-4e6d-8294-e848e36bd412" providerId="ADAL" clId="{E53DFDB7-3F2B-4A7B-A399-369D1EE68F4F}" dt="2025-09-04T20:25:53.923" v="76" actId="962"/>
          <ac:picMkLst>
            <pc:docMk/>
            <pc:sldMk cId="59423065" sldId="265"/>
            <ac:picMk id="5" creationId="{5C4A3560-2267-C0A1-6427-3231C149A2F5}"/>
          </ac:picMkLst>
        </pc:picChg>
      </pc:sldChg>
      <pc:sldChg chg="addSp delSp modSp new mod">
        <pc:chgData name="Qian, Kaiyang" userId="b75c2dfd-7087-4e6d-8294-e848e36bd412" providerId="ADAL" clId="{E53DFDB7-3F2B-4A7B-A399-369D1EE68F4F}" dt="2025-09-04T20:26:02.630" v="79" actId="27614"/>
        <pc:sldMkLst>
          <pc:docMk/>
          <pc:sldMk cId="316355686" sldId="266"/>
        </pc:sldMkLst>
        <pc:spChg chg="del">
          <ac:chgData name="Qian, Kaiyang" userId="b75c2dfd-7087-4e6d-8294-e848e36bd412" providerId="ADAL" clId="{E53DFDB7-3F2B-4A7B-A399-369D1EE68F4F}" dt="2025-09-04T20:26:01.048" v="78"/>
          <ac:spMkLst>
            <pc:docMk/>
            <pc:sldMk cId="316355686" sldId="266"/>
            <ac:spMk id="3" creationId="{A9C4024E-1578-4175-24DF-03444B60C0E2}"/>
          </ac:spMkLst>
        </pc:spChg>
        <pc:picChg chg="add mod">
          <ac:chgData name="Qian, Kaiyang" userId="b75c2dfd-7087-4e6d-8294-e848e36bd412" providerId="ADAL" clId="{E53DFDB7-3F2B-4A7B-A399-369D1EE68F4F}" dt="2025-09-04T20:26:02.630" v="79" actId="27614"/>
          <ac:picMkLst>
            <pc:docMk/>
            <pc:sldMk cId="316355686" sldId="266"/>
            <ac:picMk id="5" creationId="{C7D8DD08-D0E4-8E5F-8D67-28E2E52BC120}"/>
          </ac:picMkLst>
        </pc:picChg>
      </pc:sldChg>
    </pc:docChg>
  </pc:docChgLst>
  <pc:docChgLst>
    <pc:chgData name="yaz624@lehigh.edu" userId="S::urn:spo:guest#yaz624@lehigh.edu::" providerId="AD" clId="Web-{BFC8F21A-0E9F-F213-15AF-1503F4C9519E}"/>
    <pc:docChg chg="addSld">
      <pc:chgData name="yaz624@lehigh.edu" userId="S::urn:spo:guest#yaz624@lehigh.edu::" providerId="AD" clId="Web-{BFC8F21A-0E9F-F213-15AF-1503F4C9519E}" dt="2025-09-04T19:10:47.314" v="0"/>
      <pc:docMkLst>
        <pc:docMk/>
      </pc:docMkLst>
      <pc:sldChg chg="new">
        <pc:chgData name="yaz624@lehigh.edu" userId="S::urn:spo:guest#yaz624@lehigh.edu::" providerId="AD" clId="Web-{BFC8F21A-0E9F-F213-15AF-1503F4C9519E}" dt="2025-09-04T19:10:47.314" v="0"/>
        <pc:sldMkLst>
          <pc:docMk/>
          <pc:sldMk cId="59423065" sldId="265"/>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CF6A60-1529-2813-C441-5B6CE192835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D36E0BF-0327-D479-9F07-488C4B0D892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1DBE87D-A12C-FC25-4396-F1A2F138D59B}"/>
              </a:ext>
            </a:extLst>
          </p:cNvPr>
          <p:cNvSpPr>
            <a:spLocks noGrp="1"/>
          </p:cNvSpPr>
          <p:nvPr>
            <p:ph type="dt" sz="half" idx="10"/>
          </p:nvPr>
        </p:nvSpPr>
        <p:spPr/>
        <p:txBody>
          <a:bodyPr/>
          <a:lstStyle/>
          <a:p>
            <a:fld id="{067DFAF4-A788-4C59-B42D-188BDEE4DC5B}" type="datetimeFigureOut">
              <a:rPr lang="en-US" smtClean="0"/>
              <a:t>9/4/2025</a:t>
            </a:fld>
            <a:endParaRPr lang="en-US"/>
          </a:p>
        </p:txBody>
      </p:sp>
      <p:sp>
        <p:nvSpPr>
          <p:cNvPr id="5" name="Footer Placeholder 4">
            <a:extLst>
              <a:ext uri="{FF2B5EF4-FFF2-40B4-BE49-F238E27FC236}">
                <a16:creationId xmlns:a16="http://schemas.microsoft.com/office/drawing/2014/main" id="{89ACBB66-45EA-3815-304B-B7F7C09BF16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79D3BA4-C246-E8D6-67A2-17DCE03DEC40}"/>
              </a:ext>
            </a:extLst>
          </p:cNvPr>
          <p:cNvSpPr>
            <a:spLocks noGrp="1"/>
          </p:cNvSpPr>
          <p:nvPr>
            <p:ph type="sldNum" sz="quarter" idx="12"/>
          </p:nvPr>
        </p:nvSpPr>
        <p:spPr/>
        <p:txBody>
          <a:bodyPr/>
          <a:lstStyle/>
          <a:p>
            <a:fld id="{255808D0-D436-4276-8E4C-A36955360F52}" type="slidenum">
              <a:rPr lang="en-US" smtClean="0"/>
              <a:t>‹#›</a:t>
            </a:fld>
            <a:endParaRPr lang="en-US"/>
          </a:p>
        </p:txBody>
      </p:sp>
    </p:spTree>
    <p:extLst>
      <p:ext uri="{BB962C8B-B14F-4D97-AF65-F5344CB8AC3E}">
        <p14:creationId xmlns:p14="http://schemas.microsoft.com/office/powerpoint/2010/main" val="8076769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6F579E-1467-5BA5-30EE-30BB1065663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CAB24B9-2207-1374-F09B-593417D3AE1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841CBC3-F00B-4DA2-CCB3-849E13BB8B51}"/>
              </a:ext>
            </a:extLst>
          </p:cNvPr>
          <p:cNvSpPr>
            <a:spLocks noGrp="1"/>
          </p:cNvSpPr>
          <p:nvPr>
            <p:ph type="dt" sz="half" idx="10"/>
          </p:nvPr>
        </p:nvSpPr>
        <p:spPr/>
        <p:txBody>
          <a:bodyPr/>
          <a:lstStyle/>
          <a:p>
            <a:fld id="{067DFAF4-A788-4C59-B42D-188BDEE4DC5B}" type="datetimeFigureOut">
              <a:rPr lang="en-US" smtClean="0"/>
              <a:t>9/4/2025</a:t>
            </a:fld>
            <a:endParaRPr lang="en-US"/>
          </a:p>
        </p:txBody>
      </p:sp>
      <p:sp>
        <p:nvSpPr>
          <p:cNvPr id="5" name="Footer Placeholder 4">
            <a:extLst>
              <a:ext uri="{FF2B5EF4-FFF2-40B4-BE49-F238E27FC236}">
                <a16:creationId xmlns:a16="http://schemas.microsoft.com/office/drawing/2014/main" id="{DB518070-8492-3836-6949-41C54BC53BC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F9775D4-7CDD-5A3A-66EF-8E21A3D979CB}"/>
              </a:ext>
            </a:extLst>
          </p:cNvPr>
          <p:cNvSpPr>
            <a:spLocks noGrp="1"/>
          </p:cNvSpPr>
          <p:nvPr>
            <p:ph type="sldNum" sz="quarter" idx="12"/>
          </p:nvPr>
        </p:nvSpPr>
        <p:spPr/>
        <p:txBody>
          <a:bodyPr/>
          <a:lstStyle/>
          <a:p>
            <a:fld id="{255808D0-D436-4276-8E4C-A36955360F52}" type="slidenum">
              <a:rPr lang="en-US" smtClean="0"/>
              <a:t>‹#›</a:t>
            </a:fld>
            <a:endParaRPr lang="en-US"/>
          </a:p>
        </p:txBody>
      </p:sp>
    </p:spTree>
    <p:extLst>
      <p:ext uri="{BB962C8B-B14F-4D97-AF65-F5344CB8AC3E}">
        <p14:creationId xmlns:p14="http://schemas.microsoft.com/office/powerpoint/2010/main" val="36069515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C680F9-C0F8-39B3-795A-6856F2C12A9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FCA68A4-F2E0-43BD-D3CE-0B29830D2EC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2C30D76-64BE-BDE3-1661-1FFB71278075}"/>
              </a:ext>
            </a:extLst>
          </p:cNvPr>
          <p:cNvSpPr>
            <a:spLocks noGrp="1"/>
          </p:cNvSpPr>
          <p:nvPr>
            <p:ph type="dt" sz="half" idx="10"/>
          </p:nvPr>
        </p:nvSpPr>
        <p:spPr/>
        <p:txBody>
          <a:bodyPr/>
          <a:lstStyle/>
          <a:p>
            <a:fld id="{067DFAF4-A788-4C59-B42D-188BDEE4DC5B}" type="datetimeFigureOut">
              <a:rPr lang="en-US" smtClean="0"/>
              <a:t>9/4/2025</a:t>
            </a:fld>
            <a:endParaRPr lang="en-US"/>
          </a:p>
        </p:txBody>
      </p:sp>
      <p:sp>
        <p:nvSpPr>
          <p:cNvPr id="5" name="Footer Placeholder 4">
            <a:extLst>
              <a:ext uri="{FF2B5EF4-FFF2-40B4-BE49-F238E27FC236}">
                <a16:creationId xmlns:a16="http://schemas.microsoft.com/office/drawing/2014/main" id="{82ADBBE8-246A-F263-C5E7-E77ADDF16FB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CFA116B-B588-FE4F-1C81-5D8D69D0AD5B}"/>
              </a:ext>
            </a:extLst>
          </p:cNvPr>
          <p:cNvSpPr>
            <a:spLocks noGrp="1"/>
          </p:cNvSpPr>
          <p:nvPr>
            <p:ph type="sldNum" sz="quarter" idx="12"/>
          </p:nvPr>
        </p:nvSpPr>
        <p:spPr/>
        <p:txBody>
          <a:bodyPr/>
          <a:lstStyle/>
          <a:p>
            <a:fld id="{255808D0-D436-4276-8E4C-A36955360F52}" type="slidenum">
              <a:rPr lang="en-US" smtClean="0"/>
              <a:t>‹#›</a:t>
            </a:fld>
            <a:endParaRPr lang="en-US"/>
          </a:p>
        </p:txBody>
      </p:sp>
    </p:spTree>
    <p:extLst>
      <p:ext uri="{BB962C8B-B14F-4D97-AF65-F5344CB8AC3E}">
        <p14:creationId xmlns:p14="http://schemas.microsoft.com/office/powerpoint/2010/main" val="1668666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DBC946-9148-7040-19BA-B98FA3BEB8B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9DE1C7D-5D1C-AD16-D5E9-F2E3070286D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3FF41C2-E32F-C165-081E-188A6391875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3AC085E-DB7D-AD6B-765A-6BF1DD2E658B}"/>
              </a:ext>
            </a:extLst>
          </p:cNvPr>
          <p:cNvSpPr>
            <a:spLocks noGrp="1"/>
          </p:cNvSpPr>
          <p:nvPr>
            <p:ph type="dt" sz="half" idx="10"/>
          </p:nvPr>
        </p:nvSpPr>
        <p:spPr/>
        <p:txBody>
          <a:bodyPr/>
          <a:lstStyle/>
          <a:p>
            <a:fld id="{067DFAF4-A788-4C59-B42D-188BDEE4DC5B}" type="datetimeFigureOut">
              <a:rPr lang="en-US" smtClean="0"/>
              <a:t>9/4/2025</a:t>
            </a:fld>
            <a:endParaRPr lang="en-US"/>
          </a:p>
        </p:txBody>
      </p:sp>
      <p:sp>
        <p:nvSpPr>
          <p:cNvPr id="6" name="Footer Placeholder 5">
            <a:extLst>
              <a:ext uri="{FF2B5EF4-FFF2-40B4-BE49-F238E27FC236}">
                <a16:creationId xmlns:a16="http://schemas.microsoft.com/office/drawing/2014/main" id="{430EEAAC-6BB4-38E7-B9B9-C473AD91880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C4A76DF-2112-AD13-AC24-46F590E0CF25}"/>
              </a:ext>
            </a:extLst>
          </p:cNvPr>
          <p:cNvSpPr>
            <a:spLocks noGrp="1"/>
          </p:cNvSpPr>
          <p:nvPr>
            <p:ph type="sldNum" sz="quarter" idx="12"/>
          </p:nvPr>
        </p:nvSpPr>
        <p:spPr/>
        <p:txBody>
          <a:bodyPr/>
          <a:lstStyle/>
          <a:p>
            <a:fld id="{255808D0-D436-4276-8E4C-A36955360F52}" type="slidenum">
              <a:rPr lang="en-US" smtClean="0"/>
              <a:t>‹#›</a:t>
            </a:fld>
            <a:endParaRPr lang="en-US"/>
          </a:p>
        </p:txBody>
      </p:sp>
    </p:spTree>
    <p:extLst>
      <p:ext uri="{BB962C8B-B14F-4D97-AF65-F5344CB8AC3E}">
        <p14:creationId xmlns:p14="http://schemas.microsoft.com/office/powerpoint/2010/main" val="24238839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1B88EE-4067-46DD-CA49-70A26C9716D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2B6ECAD-0B13-7972-C846-1A52489F2F8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F5055A9-919A-9A07-059D-5481A57A92A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78FAB60-649A-0AC3-2A09-69DA1E9D41B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EFF0D77-40FD-1DBB-103E-53F9B0467C8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651D862-DA0B-E9BE-C2C0-3B3B1CFF398C}"/>
              </a:ext>
            </a:extLst>
          </p:cNvPr>
          <p:cNvSpPr>
            <a:spLocks noGrp="1"/>
          </p:cNvSpPr>
          <p:nvPr>
            <p:ph type="dt" sz="half" idx="10"/>
          </p:nvPr>
        </p:nvSpPr>
        <p:spPr/>
        <p:txBody>
          <a:bodyPr/>
          <a:lstStyle/>
          <a:p>
            <a:fld id="{067DFAF4-A788-4C59-B42D-188BDEE4DC5B}" type="datetimeFigureOut">
              <a:rPr lang="en-US" smtClean="0"/>
              <a:t>9/4/2025</a:t>
            </a:fld>
            <a:endParaRPr lang="en-US"/>
          </a:p>
        </p:txBody>
      </p:sp>
      <p:sp>
        <p:nvSpPr>
          <p:cNvPr id="8" name="Footer Placeholder 7">
            <a:extLst>
              <a:ext uri="{FF2B5EF4-FFF2-40B4-BE49-F238E27FC236}">
                <a16:creationId xmlns:a16="http://schemas.microsoft.com/office/drawing/2014/main" id="{B0BA029F-3B3D-20A6-BBA6-17FDB80FE42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0424747-145A-43D8-C44F-9FA9BC56FB76}"/>
              </a:ext>
            </a:extLst>
          </p:cNvPr>
          <p:cNvSpPr>
            <a:spLocks noGrp="1"/>
          </p:cNvSpPr>
          <p:nvPr>
            <p:ph type="sldNum" sz="quarter" idx="12"/>
          </p:nvPr>
        </p:nvSpPr>
        <p:spPr/>
        <p:txBody>
          <a:bodyPr/>
          <a:lstStyle/>
          <a:p>
            <a:fld id="{255808D0-D436-4276-8E4C-A36955360F52}" type="slidenum">
              <a:rPr lang="en-US" smtClean="0"/>
              <a:t>‹#›</a:t>
            </a:fld>
            <a:endParaRPr lang="en-US"/>
          </a:p>
        </p:txBody>
      </p:sp>
    </p:spTree>
    <p:extLst>
      <p:ext uri="{BB962C8B-B14F-4D97-AF65-F5344CB8AC3E}">
        <p14:creationId xmlns:p14="http://schemas.microsoft.com/office/powerpoint/2010/main" val="16153089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771A8A-71C7-0967-3CCF-58780D0F078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3DBD719-84D2-AD3E-11BF-CCB7B3488216}"/>
              </a:ext>
            </a:extLst>
          </p:cNvPr>
          <p:cNvSpPr>
            <a:spLocks noGrp="1"/>
          </p:cNvSpPr>
          <p:nvPr>
            <p:ph type="dt" sz="half" idx="10"/>
          </p:nvPr>
        </p:nvSpPr>
        <p:spPr/>
        <p:txBody>
          <a:bodyPr/>
          <a:lstStyle/>
          <a:p>
            <a:fld id="{067DFAF4-A788-4C59-B42D-188BDEE4DC5B}" type="datetimeFigureOut">
              <a:rPr lang="en-US" smtClean="0"/>
              <a:t>9/4/2025</a:t>
            </a:fld>
            <a:endParaRPr lang="en-US"/>
          </a:p>
        </p:txBody>
      </p:sp>
      <p:sp>
        <p:nvSpPr>
          <p:cNvPr id="4" name="Footer Placeholder 3">
            <a:extLst>
              <a:ext uri="{FF2B5EF4-FFF2-40B4-BE49-F238E27FC236}">
                <a16:creationId xmlns:a16="http://schemas.microsoft.com/office/drawing/2014/main" id="{8210A683-9DFD-01FE-5CF1-93579E95D44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C6EC602-BD47-9B7E-CE80-269A67436819}"/>
              </a:ext>
            </a:extLst>
          </p:cNvPr>
          <p:cNvSpPr>
            <a:spLocks noGrp="1"/>
          </p:cNvSpPr>
          <p:nvPr>
            <p:ph type="sldNum" sz="quarter" idx="12"/>
          </p:nvPr>
        </p:nvSpPr>
        <p:spPr/>
        <p:txBody>
          <a:bodyPr/>
          <a:lstStyle/>
          <a:p>
            <a:fld id="{255808D0-D436-4276-8E4C-A36955360F52}" type="slidenum">
              <a:rPr lang="en-US" smtClean="0"/>
              <a:t>‹#›</a:t>
            </a:fld>
            <a:endParaRPr lang="en-US"/>
          </a:p>
        </p:txBody>
      </p:sp>
    </p:spTree>
    <p:extLst>
      <p:ext uri="{BB962C8B-B14F-4D97-AF65-F5344CB8AC3E}">
        <p14:creationId xmlns:p14="http://schemas.microsoft.com/office/powerpoint/2010/main" val="2072398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EB249C2-24E3-48EE-1C27-2BA5A89BBA8F}"/>
              </a:ext>
            </a:extLst>
          </p:cNvPr>
          <p:cNvSpPr>
            <a:spLocks noGrp="1"/>
          </p:cNvSpPr>
          <p:nvPr>
            <p:ph type="dt" sz="half" idx="10"/>
          </p:nvPr>
        </p:nvSpPr>
        <p:spPr/>
        <p:txBody>
          <a:bodyPr/>
          <a:lstStyle/>
          <a:p>
            <a:fld id="{067DFAF4-A788-4C59-B42D-188BDEE4DC5B}" type="datetimeFigureOut">
              <a:rPr lang="en-US" smtClean="0"/>
              <a:t>9/4/2025</a:t>
            </a:fld>
            <a:endParaRPr lang="en-US"/>
          </a:p>
        </p:txBody>
      </p:sp>
      <p:sp>
        <p:nvSpPr>
          <p:cNvPr id="3" name="Footer Placeholder 2">
            <a:extLst>
              <a:ext uri="{FF2B5EF4-FFF2-40B4-BE49-F238E27FC236}">
                <a16:creationId xmlns:a16="http://schemas.microsoft.com/office/drawing/2014/main" id="{305A04F9-31D9-1E3F-F6E8-36FCBC26DAE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D2832EF-2268-56F1-F96F-5BB08320C61A}"/>
              </a:ext>
            </a:extLst>
          </p:cNvPr>
          <p:cNvSpPr>
            <a:spLocks noGrp="1"/>
          </p:cNvSpPr>
          <p:nvPr>
            <p:ph type="sldNum" sz="quarter" idx="12"/>
          </p:nvPr>
        </p:nvSpPr>
        <p:spPr/>
        <p:txBody>
          <a:bodyPr/>
          <a:lstStyle/>
          <a:p>
            <a:fld id="{255808D0-D436-4276-8E4C-A36955360F52}" type="slidenum">
              <a:rPr lang="en-US" smtClean="0"/>
              <a:t>‹#›</a:t>
            </a:fld>
            <a:endParaRPr lang="en-US"/>
          </a:p>
        </p:txBody>
      </p:sp>
    </p:spTree>
    <p:extLst>
      <p:ext uri="{BB962C8B-B14F-4D97-AF65-F5344CB8AC3E}">
        <p14:creationId xmlns:p14="http://schemas.microsoft.com/office/powerpoint/2010/main" val="28804800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3E6071-EC9F-0B0C-DD6F-FDDD85C8F10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F745EC6-3DAA-38C9-FC10-80AFD008784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08B2DC5-EFF0-9B8A-1532-7862EA698C4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7342D3E-341B-6CBB-4CBC-9BC086F43EE5}"/>
              </a:ext>
            </a:extLst>
          </p:cNvPr>
          <p:cNvSpPr>
            <a:spLocks noGrp="1"/>
          </p:cNvSpPr>
          <p:nvPr>
            <p:ph type="dt" sz="half" idx="10"/>
          </p:nvPr>
        </p:nvSpPr>
        <p:spPr/>
        <p:txBody>
          <a:bodyPr/>
          <a:lstStyle/>
          <a:p>
            <a:fld id="{067DFAF4-A788-4C59-B42D-188BDEE4DC5B}" type="datetimeFigureOut">
              <a:rPr lang="en-US" smtClean="0"/>
              <a:t>9/4/2025</a:t>
            </a:fld>
            <a:endParaRPr lang="en-US"/>
          </a:p>
        </p:txBody>
      </p:sp>
      <p:sp>
        <p:nvSpPr>
          <p:cNvPr id="6" name="Footer Placeholder 5">
            <a:extLst>
              <a:ext uri="{FF2B5EF4-FFF2-40B4-BE49-F238E27FC236}">
                <a16:creationId xmlns:a16="http://schemas.microsoft.com/office/drawing/2014/main" id="{2A26EE3E-3BE2-4962-2C59-A46439F6298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90BA45D-1195-6E62-9301-97761CDEFC6C}"/>
              </a:ext>
            </a:extLst>
          </p:cNvPr>
          <p:cNvSpPr>
            <a:spLocks noGrp="1"/>
          </p:cNvSpPr>
          <p:nvPr>
            <p:ph type="sldNum" sz="quarter" idx="12"/>
          </p:nvPr>
        </p:nvSpPr>
        <p:spPr/>
        <p:txBody>
          <a:bodyPr/>
          <a:lstStyle/>
          <a:p>
            <a:fld id="{255808D0-D436-4276-8E4C-A36955360F52}" type="slidenum">
              <a:rPr lang="en-US" smtClean="0"/>
              <a:t>‹#›</a:t>
            </a:fld>
            <a:endParaRPr lang="en-US"/>
          </a:p>
        </p:txBody>
      </p:sp>
    </p:spTree>
    <p:extLst>
      <p:ext uri="{BB962C8B-B14F-4D97-AF65-F5344CB8AC3E}">
        <p14:creationId xmlns:p14="http://schemas.microsoft.com/office/powerpoint/2010/main" val="38176645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9D3AC5-C3D9-249D-ADC0-01C071F09AC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BDDE290-6739-E830-A53B-35CCC56FED6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022439B-77C2-D1BD-DA03-5D7DDCF4D4B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ABF8393-7464-FF81-20FB-8971C52E5954}"/>
              </a:ext>
            </a:extLst>
          </p:cNvPr>
          <p:cNvSpPr>
            <a:spLocks noGrp="1"/>
          </p:cNvSpPr>
          <p:nvPr>
            <p:ph type="dt" sz="half" idx="10"/>
          </p:nvPr>
        </p:nvSpPr>
        <p:spPr/>
        <p:txBody>
          <a:bodyPr/>
          <a:lstStyle/>
          <a:p>
            <a:fld id="{067DFAF4-A788-4C59-B42D-188BDEE4DC5B}" type="datetimeFigureOut">
              <a:rPr lang="en-US" smtClean="0"/>
              <a:t>9/4/2025</a:t>
            </a:fld>
            <a:endParaRPr lang="en-US"/>
          </a:p>
        </p:txBody>
      </p:sp>
      <p:sp>
        <p:nvSpPr>
          <p:cNvPr id="6" name="Footer Placeholder 5">
            <a:extLst>
              <a:ext uri="{FF2B5EF4-FFF2-40B4-BE49-F238E27FC236}">
                <a16:creationId xmlns:a16="http://schemas.microsoft.com/office/drawing/2014/main" id="{0A8151B0-D49F-F686-CE32-0F6B6557627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130FCB5-1E0B-0BE3-0F9C-310E745BEF96}"/>
              </a:ext>
            </a:extLst>
          </p:cNvPr>
          <p:cNvSpPr>
            <a:spLocks noGrp="1"/>
          </p:cNvSpPr>
          <p:nvPr>
            <p:ph type="sldNum" sz="quarter" idx="12"/>
          </p:nvPr>
        </p:nvSpPr>
        <p:spPr/>
        <p:txBody>
          <a:bodyPr/>
          <a:lstStyle/>
          <a:p>
            <a:fld id="{255808D0-D436-4276-8E4C-A36955360F52}" type="slidenum">
              <a:rPr lang="en-US" smtClean="0"/>
              <a:t>‹#›</a:t>
            </a:fld>
            <a:endParaRPr lang="en-US"/>
          </a:p>
        </p:txBody>
      </p:sp>
    </p:spTree>
    <p:extLst>
      <p:ext uri="{BB962C8B-B14F-4D97-AF65-F5344CB8AC3E}">
        <p14:creationId xmlns:p14="http://schemas.microsoft.com/office/powerpoint/2010/main" val="34021042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160013-E402-66C3-38C6-27A7CDC4B30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D71A7AD-6991-0E73-E1A5-2D8B7AD085D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1F00960-3DF9-1079-21A5-2F67CED2BF95}"/>
              </a:ext>
            </a:extLst>
          </p:cNvPr>
          <p:cNvSpPr>
            <a:spLocks noGrp="1"/>
          </p:cNvSpPr>
          <p:nvPr>
            <p:ph type="dt" sz="half" idx="10"/>
          </p:nvPr>
        </p:nvSpPr>
        <p:spPr/>
        <p:txBody>
          <a:bodyPr/>
          <a:lstStyle/>
          <a:p>
            <a:fld id="{067DFAF4-A788-4C59-B42D-188BDEE4DC5B}" type="datetimeFigureOut">
              <a:rPr lang="en-US" smtClean="0"/>
              <a:t>9/4/2025</a:t>
            </a:fld>
            <a:endParaRPr lang="en-US"/>
          </a:p>
        </p:txBody>
      </p:sp>
      <p:sp>
        <p:nvSpPr>
          <p:cNvPr id="5" name="Footer Placeholder 4">
            <a:extLst>
              <a:ext uri="{FF2B5EF4-FFF2-40B4-BE49-F238E27FC236}">
                <a16:creationId xmlns:a16="http://schemas.microsoft.com/office/drawing/2014/main" id="{3D44498C-44CD-F287-A7D6-622C295882C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6E3D0B0-9D37-433A-133E-B595123968BA}"/>
              </a:ext>
            </a:extLst>
          </p:cNvPr>
          <p:cNvSpPr>
            <a:spLocks noGrp="1"/>
          </p:cNvSpPr>
          <p:nvPr>
            <p:ph type="sldNum" sz="quarter" idx="12"/>
          </p:nvPr>
        </p:nvSpPr>
        <p:spPr/>
        <p:txBody>
          <a:bodyPr/>
          <a:lstStyle/>
          <a:p>
            <a:fld id="{255808D0-D436-4276-8E4C-A36955360F52}" type="slidenum">
              <a:rPr lang="en-US" smtClean="0"/>
              <a:t>‹#›</a:t>
            </a:fld>
            <a:endParaRPr lang="en-US"/>
          </a:p>
        </p:txBody>
      </p:sp>
    </p:spTree>
    <p:extLst>
      <p:ext uri="{BB962C8B-B14F-4D97-AF65-F5344CB8AC3E}">
        <p14:creationId xmlns:p14="http://schemas.microsoft.com/office/powerpoint/2010/main" val="17414826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7AD6209-5A63-FA7C-AA83-98F215B0AB2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B1A4A5D-A43F-0400-9776-11B19F081F2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4C5ED8C-C4F6-50E3-A6DD-E650600FB310}"/>
              </a:ext>
            </a:extLst>
          </p:cNvPr>
          <p:cNvSpPr>
            <a:spLocks noGrp="1"/>
          </p:cNvSpPr>
          <p:nvPr>
            <p:ph type="dt" sz="half" idx="10"/>
          </p:nvPr>
        </p:nvSpPr>
        <p:spPr/>
        <p:txBody>
          <a:bodyPr/>
          <a:lstStyle/>
          <a:p>
            <a:fld id="{067DFAF4-A788-4C59-B42D-188BDEE4DC5B}" type="datetimeFigureOut">
              <a:rPr lang="en-US" smtClean="0"/>
              <a:t>9/4/2025</a:t>
            </a:fld>
            <a:endParaRPr lang="en-US"/>
          </a:p>
        </p:txBody>
      </p:sp>
      <p:sp>
        <p:nvSpPr>
          <p:cNvPr id="5" name="Footer Placeholder 4">
            <a:extLst>
              <a:ext uri="{FF2B5EF4-FFF2-40B4-BE49-F238E27FC236}">
                <a16:creationId xmlns:a16="http://schemas.microsoft.com/office/drawing/2014/main" id="{8C0EA60B-51CE-D886-7419-32589054A5F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F2A2F4B-90BD-1B07-FA20-8E5436762850}"/>
              </a:ext>
            </a:extLst>
          </p:cNvPr>
          <p:cNvSpPr>
            <a:spLocks noGrp="1"/>
          </p:cNvSpPr>
          <p:nvPr>
            <p:ph type="sldNum" sz="quarter" idx="12"/>
          </p:nvPr>
        </p:nvSpPr>
        <p:spPr/>
        <p:txBody>
          <a:bodyPr/>
          <a:lstStyle/>
          <a:p>
            <a:fld id="{255808D0-D436-4276-8E4C-A36955360F52}" type="slidenum">
              <a:rPr lang="en-US" smtClean="0"/>
              <a:t>‹#›</a:t>
            </a:fld>
            <a:endParaRPr lang="en-US"/>
          </a:p>
        </p:txBody>
      </p:sp>
    </p:spTree>
    <p:extLst>
      <p:ext uri="{BB962C8B-B14F-4D97-AF65-F5344CB8AC3E}">
        <p14:creationId xmlns:p14="http://schemas.microsoft.com/office/powerpoint/2010/main" val="14986494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00CB5A3-F1A0-3CBD-760B-1C7F33C2E17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58B28D5-7FF5-8182-100F-83C82FD16BF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E447682-47EF-8AA8-8C08-AC93319C105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67DFAF4-A788-4C59-B42D-188BDEE4DC5B}" type="datetimeFigureOut">
              <a:rPr lang="en-US" smtClean="0"/>
              <a:t>9/4/2025</a:t>
            </a:fld>
            <a:endParaRPr lang="en-US"/>
          </a:p>
        </p:txBody>
      </p:sp>
      <p:sp>
        <p:nvSpPr>
          <p:cNvPr id="5" name="Footer Placeholder 4">
            <a:extLst>
              <a:ext uri="{FF2B5EF4-FFF2-40B4-BE49-F238E27FC236}">
                <a16:creationId xmlns:a16="http://schemas.microsoft.com/office/drawing/2014/main" id="{96915E68-C224-81F3-8991-746698413C2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BCF099A8-AEA4-B8CE-449F-41383567DD1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55808D0-D436-4276-8E4C-A36955360F52}" type="slidenum">
              <a:rPr lang="en-US" smtClean="0"/>
              <a:t>‹#›</a:t>
            </a:fld>
            <a:endParaRPr lang="en-US"/>
          </a:p>
        </p:txBody>
      </p:sp>
    </p:spTree>
    <p:extLst>
      <p:ext uri="{BB962C8B-B14F-4D97-AF65-F5344CB8AC3E}">
        <p14:creationId xmlns:p14="http://schemas.microsoft.com/office/powerpoint/2010/main" val="285864649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B0C26D-DA39-C477-E515-5B77F4A5D86F}"/>
              </a:ext>
            </a:extLst>
          </p:cNvPr>
          <p:cNvSpPr>
            <a:spLocks noGrp="1"/>
          </p:cNvSpPr>
          <p:nvPr>
            <p:ph type="ctrTitle"/>
          </p:nvPr>
        </p:nvSpPr>
        <p:spPr/>
        <p:txBody>
          <a:bodyPr/>
          <a:lstStyle/>
          <a:p>
            <a:r>
              <a:rPr lang="en-US" dirty="0"/>
              <a:t>09/04</a:t>
            </a:r>
          </a:p>
        </p:txBody>
      </p:sp>
    </p:spTree>
    <p:extLst>
      <p:ext uri="{BB962C8B-B14F-4D97-AF65-F5344CB8AC3E}">
        <p14:creationId xmlns:p14="http://schemas.microsoft.com/office/powerpoint/2010/main" val="30186652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056059-6615-52EF-DEDB-CB4EC47EBD64}"/>
              </a:ext>
            </a:extLst>
          </p:cNvPr>
          <p:cNvSpPr>
            <a:spLocks noGrp="1"/>
          </p:cNvSpPr>
          <p:nvPr>
            <p:ph type="title"/>
          </p:nvPr>
        </p:nvSpPr>
        <p:spPr/>
        <p:txBody>
          <a:bodyPr/>
          <a:lstStyle/>
          <a:p>
            <a:r>
              <a:rPr lang="en-US" dirty="0"/>
              <a:t>Project Goal</a:t>
            </a:r>
          </a:p>
        </p:txBody>
      </p:sp>
      <p:sp>
        <p:nvSpPr>
          <p:cNvPr id="3" name="Content Placeholder 2">
            <a:extLst>
              <a:ext uri="{FF2B5EF4-FFF2-40B4-BE49-F238E27FC236}">
                <a16:creationId xmlns:a16="http://schemas.microsoft.com/office/drawing/2014/main" id="{FB5C3C96-D020-E93D-ED14-9B229FFA0956}"/>
              </a:ext>
            </a:extLst>
          </p:cNvPr>
          <p:cNvSpPr>
            <a:spLocks noGrp="1"/>
          </p:cNvSpPr>
          <p:nvPr>
            <p:ph idx="1"/>
          </p:nvPr>
        </p:nvSpPr>
        <p:spPr/>
        <p:txBody>
          <a:bodyPr>
            <a:normAutofit lnSpcReduction="10000"/>
          </a:bodyPr>
          <a:lstStyle/>
          <a:p>
            <a:r>
              <a:rPr lang="en-US" b="1" dirty="0"/>
              <a:t>To build a robust machine learning model that can accurately classify different subgroups of Parkinson's Disease (PD) patients and Healthy Controls based on their turning kinematics.</a:t>
            </a:r>
            <a:endParaRPr lang="en-US" dirty="0"/>
          </a:p>
          <a:p>
            <a:r>
              <a:rPr lang="en-US" b="1" dirty="0"/>
              <a:t>Primary Subgroups of Interest:</a:t>
            </a:r>
            <a:endParaRPr lang="en-US" dirty="0"/>
          </a:p>
          <a:p>
            <a:pPr lvl="1"/>
            <a:r>
              <a:rPr lang="en-US" dirty="0"/>
              <a:t>Healthy Control</a:t>
            </a:r>
          </a:p>
          <a:p>
            <a:pPr lvl="1"/>
            <a:r>
              <a:rPr lang="en-US" dirty="0"/>
              <a:t>PD - Off Medication, No DBS</a:t>
            </a:r>
          </a:p>
          <a:p>
            <a:pPr lvl="1"/>
            <a:r>
              <a:rPr lang="en-US" dirty="0"/>
              <a:t>PD - On Medication, No DBS</a:t>
            </a:r>
          </a:p>
          <a:p>
            <a:pPr lvl="1"/>
            <a:r>
              <a:rPr lang="en-US" dirty="0"/>
              <a:t>PD - On Medication, DBS On</a:t>
            </a:r>
          </a:p>
          <a:p>
            <a:r>
              <a:rPr lang="en-US" b="1" dirty="0"/>
              <a:t>Potential Impact:</a:t>
            </a:r>
            <a:r>
              <a:rPr lang="en-US" dirty="0"/>
              <a:t> Develop objective, data-driven biomarkers to aid in clinical assessment.</a:t>
            </a:r>
          </a:p>
          <a:p>
            <a:endParaRPr lang="en-US" dirty="0"/>
          </a:p>
        </p:txBody>
      </p:sp>
    </p:spTree>
    <p:extLst>
      <p:ext uri="{BB962C8B-B14F-4D97-AF65-F5344CB8AC3E}">
        <p14:creationId xmlns:p14="http://schemas.microsoft.com/office/powerpoint/2010/main" val="7944332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A9D192-B630-89D0-80F2-F1755F609045}"/>
              </a:ext>
            </a:extLst>
          </p:cNvPr>
          <p:cNvSpPr>
            <a:spLocks noGrp="1"/>
          </p:cNvSpPr>
          <p:nvPr>
            <p:ph type="title"/>
          </p:nvPr>
        </p:nvSpPr>
        <p:spPr/>
        <p:txBody>
          <a:bodyPr/>
          <a:lstStyle/>
          <a:p>
            <a:r>
              <a:rPr lang="en-US" dirty="0"/>
              <a:t>The Challenge: Data Scarcity in Key Subgroups</a:t>
            </a:r>
          </a:p>
        </p:txBody>
      </p:sp>
      <p:sp>
        <p:nvSpPr>
          <p:cNvPr id="3" name="Content Placeholder 2">
            <a:extLst>
              <a:ext uri="{FF2B5EF4-FFF2-40B4-BE49-F238E27FC236}">
                <a16:creationId xmlns:a16="http://schemas.microsoft.com/office/drawing/2014/main" id="{C479B050-E7FE-EA0B-4C18-62326C6BF7DB}"/>
              </a:ext>
            </a:extLst>
          </p:cNvPr>
          <p:cNvSpPr>
            <a:spLocks noGrp="1"/>
          </p:cNvSpPr>
          <p:nvPr>
            <p:ph idx="1"/>
          </p:nvPr>
        </p:nvSpPr>
        <p:spPr/>
        <p:txBody>
          <a:bodyPr/>
          <a:lstStyle/>
          <a:p>
            <a:r>
              <a:rPr lang="en-US" dirty="0"/>
              <a:t>A major challenge for building an accurate 4-class model is </a:t>
            </a:r>
            <a:r>
              <a:rPr lang="en-US" b="1" dirty="0"/>
              <a:t>severe class imbalance</a:t>
            </a:r>
            <a:r>
              <a:rPr lang="en-US" dirty="0"/>
              <a:t>.</a:t>
            </a:r>
          </a:p>
          <a:p>
            <a:r>
              <a:rPr lang="en-US" dirty="0"/>
              <a:t>When filtering for the specific conditions (90-degree pivot turns), some groups were significantly underrepresented.</a:t>
            </a:r>
          </a:p>
          <a:p>
            <a:r>
              <a:rPr lang="en-US" dirty="0"/>
              <a:t>For example, the </a:t>
            </a:r>
            <a:r>
              <a:rPr lang="en-US" b="1" dirty="0" err="1"/>
              <a:t>PD_Off_Med_No_DBS</a:t>
            </a:r>
            <a:r>
              <a:rPr lang="en-US" dirty="0"/>
              <a:t> group, a critical baseline for assessing medication effects, had very few samples.</a:t>
            </a:r>
          </a:p>
          <a:p>
            <a:r>
              <a:rPr lang="en-US" b="1" dirty="0"/>
              <a:t>Why is this a problem?</a:t>
            </a:r>
            <a:r>
              <a:rPr lang="en-US" dirty="0"/>
              <a:t> A model trained on imbalanced data will be biased towards the majority classes and will perform poorly when trying to identify the rare, minority classes.</a:t>
            </a:r>
          </a:p>
          <a:p>
            <a:endParaRPr lang="en-US" dirty="0"/>
          </a:p>
        </p:txBody>
      </p:sp>
    </p:spTree>
    <p:extLst>
      <p:ext uri="{BB962C8B-B14F-4D97-AF65-F5344CB8AC3E}">
        <p14:creationId xmlns:p14="http://schemas.microsoft.com/office/powerpoint/2010/main" val="11791399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033E1A-BF0A-E486-43FA-722FE64A5B84}"/>
              </a:ext>
            </a:extLst>
          </p:cNvPr>
          <p:cNvSpPr>
            <a:spLocks noGrp="1"/>
          </p:cNvSpPr>
          <p:nvPr>
            <p:ph type="title"/>
          </p:nvPr>
        </p:nvSpPr>
        <p:spPr/>
        <p:txBody>
          <a:bodyPr/>
          <a:lstStyle/>
          <a:p>
            <a:r>
              <a:rPr lang="en-US" dirty="0"/>
              <a:t>Our Strategy: Smart Data Generation</a:t>
            </a:r>
          </a:p>
        </p:txBody>
      </p:sp>
      <p:sp>
        <p:nvSpPr>
          <p:cNvPr id="3" name="Content Placeholder 2">
            <a:extLst>
              <a:ext uri="{FF2B5EF4-FFF2-40B4-BE49-F238E27FC236}">
                <a16:creationId xmlns:a16="http://schemas.microsoft.com/office/drawing/2014/main" id="{E058BD25-9040-D4B8-90DB-7A1652A0B631}"/>
              </a:ext>
            </a:extLst>
          </p:cNvPr>
          <p:cNvSpPr>
            <a:spLocks noGrp="1"/>
          </p:cNvSpPr>
          <p:nvPr>
            <p:ph idx="1"/>
          </p:nvPr>
        </p:nvSpPr>
        <p:spPr/>
        <p:txBody>
          <a:bodyPr>
            <a:normAutofit fontScale="92500" lnSpcReduction="20000"/>
          </a:bodyPr>
          <a:lstStyle/>
          <a:p>
            <a:r>
              <a:rPr lang="en-US" dirty="0"/>
              <a:t>To solve this, we moved beyond simple oversampling. Our strategy was </a:t>
            </a:r>
            <a:r>
              <a:rPr lang="en-US" b="1" dirty="0"/>
              <a:t>Statistically-Informed Synthetic Data Generation.</a:t>
            </a:r>
            <a:endParaRPr lang="en-US" dirty="0"/>
          </a:p>
          <a:p>
            <a:r>
              <a:rPr lang="en-US" dirty="0"/>
              <a:t>The core idea: </a:t>
            </a:r>
            <a:r>
              <a:rPr lang="en-US" b="1" dirty="0"/>
              <a:t>Don't just make more data, make </a:t>
            </a:r>
            <a:r>
              <a:rPr lang="en-US" b="1" i="1" dirty="0"/>
              <a:t>smarter</a:t>
            </a:r>
            <a:r>
              <a:rPr lang="en-US" b="1" dirty="0"/>
              <a:t> data.</a:t>
            </a:r>
            <a:endParaRPr lang="en-US" dirty="0"/>
          </a:p>
          <a:p>
            <a:r>
              <a:rPr lang="en-US" dirty="0"/>
              <a:t>Our three-step approach:</a:t>
            </a:r>
          </a:p>
          <a:p>
            <a:r>
              <a:rPr lang="en-US" b="1" dirty="0"/>
              <a:t>IDENTIFY:</a:t>
            </a:r>
            <a:r>
              <a:rPr lang="en-US" dirty="0"/>
              <a:t> Use statistical tests to find the key kinematic features that are significantly different between a patient subgroup and the control group.</a:t>
            </a:r>
          </a:p>
          <a:p>
            <a:r>
              <a:rPr lang="en-US" b="1" dirty="0"/>
              <a:t>GENERATE:</a:t>
            </a:r>
            <a:r>
              <a:rPr lang="en-US" dirty="0"/>
              <a:t> Create new, artificial data points that statistically mimic the "blueprint" of the underrepresented patient group.</a:t>
            </a:r>
          </a:p>
          <a:p>
            <a:r>
              <a:rPr lang="en-US" b="1" dirty="0"/>
              <a:t>AMPLIFY:</a:t>
            </a:r>
            <a:r>
              <a:rPr lang="en-US" dirty="0"/>
              <a:t> Subtly emphasize the significant differences in the generated data to make the unique characteristics of that group clearer to the model.</a:t>
            </a:r>
          </a:p>
          <a:p>
            <a:endParaRPr lang="en-US" dirty="0"/>
          </a:p>
        </p:txBody>
      </p:sp>
    </p:spTree>
    <p:extLst>
      <p:ext uri="{BB962C8B-B14F-4D97-AF65-F5344CB8AC3E}">
        <p14:creationId xmlns:p14="http://schemas.microsoft.com/office/powerpoint/2010/main" val="13986212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5DCBCC-D097-3705-D8C1-338D3EC133D1}"/>
              </a:ext>
            </a:extLst>
          </p:cNvPr>
          <p:cNvSpPr>
            <a:spLocks noGrp="1"/>
          </p:cNvSpPr>
          <p:nvPr>
            <p:ph type="title"/>
          </p:nvPr>
        </p:nvSpPr>
        <p:spPr/>
        <p:txBody>
          <a:bodyPr/>
          <a:lstStyle/>
          <a:p>
            <a:r>
              <a:rPr lang="en-US" dirty="0"/>
              <a:t>Methodology 1: Finding the "Statistical Fingerprint"</a:t>
            </a:r>
          </a:p>
        </p:txBody>
      </p:sp>
      <p:sp>
        <p:nvSpPr>
          <p:cNvPr id="3" name="Content Placeholder 2">
            <a:extLst>
              <a:ext uri="{FF2B5EF4-FFF2-40B4-BE49-F238E27FC236}">
                <a16:creationId xmlns:a16="http://schemas.microsoft.com/office/drawing/2014/main" id="{46DF5F99-86C3-6206-923A-99B242F673D4}"/>
              </a:ext>
            </a:extLst>
          </p:cNvPr>
          <p:cNvSpPr>
            <a:spLocks noGrp="1"/>
          </p:cNvSpPr>
          <p:nvPr>
            <p:ph idx="1"/>
          </p:nvPr>
        </p:nvSpPr>
        <p:spPr/>
        <p:txBody>
          <a:bodyPr/>
          <a:lstStyle/>
          <a:p>
            <a:r>
              <a:rPr lang="en-US" dirty="0"/>
              <a:t>To find the key differences, we used the </a:t>
            </a:r>
            <a:r>
              <a:rPr lang="en-US" b="1" dirty="0"/>
              <a:t>Mann-Whitney U test</a:t>
            </a:r>
            <a:r>
              <a:rPr lang="en-US" dirty="0"/>
              <a:t>.</a:t>
            </a:r>
          </a:p>
          <a:p>
            <a:r>
              <a:rPr lang="en-US" dirty="0"/>
              <a:t>This test compares two independent groups (e.g., Control vs. </a:t>
            </a:r>
            <a:r>
              <a:rPr lang="en-US" dirty="0" err="1"/>
              <a:t>PD_Off_Med_No_DBS</a:t>
            </a:r>
            <a:r>
              <a:rPr lang="en-US" dirty="0"/>
              <a:t>) for a specific feature.</a:t>
            </a:r>
          </a:p>
          <a:p>
            <a:r>
              <a:rPr lang="en-US" dirty="0"/>
              <a:t>It tells us if the difference in their distributions is statistically significant (P-Value &lt; 0.05).</a:t>
            </a:r>
          </a:p>
          <a:p>
            <a:endParaRPr lang="en-US" dirty="0"/>
          </a:p>
        </p:txBody>
      </p:sp>
    </p:spTree>
    <p:extLst>
      <p:ext uri="{BB962C8B-B14F-4D97-AF65-F5344CB8AC3E}">
        <p14:creationId xmlns:p14="http://schemas.microsoft.com/office/powerpoint/2010/main" val="13164787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5996E9-C327-2F61-E83B-84AF74AB975D}"/>
              </a:ext>
            </a:extLst>
          </p:cNvPr>
          <p:cNvSpPr>
            <a:spLocks noGrp="1"/>
          </p:cNvSpPr>
          <p:nvPr>
            <p:ph type="title"/>
          </p:nvPr>
        </p:nvSpPr>
        <p:spPr/>
        <p:txBody>
          <a:bodyPr/>
          <a:lstStyle/>
          <a:p>
            <a:r>
              <a:rPr lang="en-US" dirty="0"/>
              <a:t>Methodology 2: Generating Directionally-Informed Data</a:t>
            </a:r>
          </a:p>
        </p:txBody>
      </p:sp>
      <p:sp>
        <p:nvSpPr>
          <p:cNvPr id="3" name="Content Placeholder 2">
            <a:extLst>
              <a:ext uri="{FF2B5EF4-FFF2-40B4-BE49-F238E27FC236}">
                <a16:creationId xmlns:a16="http://schemas.microsoft.com/office/drawing/2014/main" id="{0B4CE980-C22B-BCF0-8079-A4E942A221D3}"/>
              </a:ext>
            </a:extLst>
          </p:cNvPr>
          <p:cNvSpPr>
            <a:spLocks noGrp="1"/>
          </p:cNvSpPr>
          <p:nvPr>
            <p:ph idx="1"/>
          </p:nvPr>
        </p:nvSpPr>
        <p:spPr/>
        <p:txBody>
          <a:bodyPr>
            <a:normAutofit fontScale="92500" lnSpcReduction="10000"/>
          </a:bodyPr>
          <a:lstStyle/>
          <a:p>
            <a:r>
              <a:rPr lang="en-US" dirty="0"/>
              <a:t>We wrote a Python script to generate new samples with two key steps:</a:t>
            </a:r>
          </a:p>
          <a:p>
            <a:r>
              <a:rPr lang="en-US" b="1" dirty="0"/>
              <a:t>Establish a Blueprint:</a:t>
            </a:r>
            <a:r>
              <a:rPr lang="en-US" dirty="0"/>
              <a:t> For the target subgroup, we calculated the mean (average) and standard deviation (spread) for each kinematic feature.</a:t>
            </a:r>
          </a:p>
          <a:p>
            <a:r>
              <a:rPr lang="en-US" b="1" dirty="0"/>
              <a:t>Generate with a Directional Shift:</a:t>
            </a:r>
            <a:endParaRPr lang="en-US" dirty="0"/>
          </a:p>
          <a:p>
            <a:pPr lvl="1"/>
            <a:r>
              <a:rPr lang="en-US" dirty="0"/>
              <a:t>We used </a:t>
            </a:r>
            <a:r>
              <a:rPr lang="en-US" dirty="0" err="1"/>
              <a:t>numpy.random.normal</a:t>
            </a:r>
            <a:r>
              <a:rPr lang="en-US" dirty="0"/>
              <a:t>() to create new, unique values that follow the blueprint's statistics.</a:t>
            </a:r>
          </a:p>
          <a:p>
            <a:pPr lvl="1"/>
            <a:r>
              <a:rPr lang="en-US" b="1" dirty="0"/>
              <a:t>Crucially, for the significant features,</a:t>
            </a:r>
            <a:r>
              <a:rPr lang="en-US" dirty="0"/>
              <a:t> we first compared the subgroup's mean to the Control group's mean.</a:t>
            </a:r>
          </a:p>
          <a:p>
            <a:pPr lvl="1"/>
            <a:r>
              <a:rPr lang="en-US" dirty="0"/>
              <a:t>We then "pushed" the mean of our new synthetic data in the correct direction (either higher or lower) to amplify the real, observed differences. This makes the synthetic data more potent for training.</a:t>
            </a:r>
          </a:p>
          <a:p>
            <a:pPr marL="0" indent="0">
              <a:buNone/>
            </a:pPr>
            <a:endParaRPr lang="en-US" dirty="0"/>
          </a:p>
        </p:txBody>
      </p:sp>
    </p:spTree>
    <p:extLst>
      <p:ext uri="{BB962C8B-B14F-4D97-AF65-F5344CB8AC3E}">
        <p14:creationId xmlns:p14="http://schemas.microsoft.com/office/powerpoint/2010/main" val="17281069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27E9D5-CE57-744B-204E-805E7C7AF621}"/>
              </a:ext>
            </a:extLst>
          </p:cNvPr>
          <p:cNvSpPr>
            <a:spLocks noGrp="1"/>
          </p:cNvSpPr>
          <p:nvPr>
            <p:ph type="title"/>
          </p:nvPr>
        </p:nvSpPr>
        <p:spPr/>
        <p:txBody>
          <a:bodyPr/>
          <a:lstStyle/>
          <a:p>
            <a:r>
              <a:rPr lang="en-US" dirty="0"/>
              <a:t>Implementation &amp; Results</a:t>
            </a:r>
          </a:p>
        </p:txBody>
      </p:sp>
      <p:sp>
        <p:nvSpPr>
          <p:cNvPr id="3" name="Content Placeholder 2">
            <a:extLst>
              <a:ext uri="{FF2B5EF4-FFF2-40B4-BE49-F238E27FC236}">
                <a16:creationId xmlns:a16="http://schemas.microsoft.com/office/drawing/2014/main" id="{A98DDC64-0757-3880-ED62-E08EE89EEBD5}"/>
              </a:ext>
            </a:extLst>
          </p:cNvPr>
          <p:cNvSpPr>
            <a:spLocks noGrp="1"/>
          </p:cNvSpPr>
          <p:nvPr>
            <p:ph idx="1"/>
          </p:nvPr>
        </p:nvSpPr>
        <p:spPr/>
        <p:txBody>
          <a:bodyPr/>
          <a:lstStyle/>
          <a:p>
            <a:r>
              <a:rPr lang="en-US" dirty="0"/>
              <a:t>We successfully applied this methodology to all underrepresented PD subgroups.</a:t>
            </a:r>
          </a:p>
          <a:p>
            <a:r>
              <a:rPr lang="en-US" b="1" dirty="0"/>
              <a:t>Generated:</a:t>
            </a:r>
            <a:r>
              <a:rPr lang="en-US" dirty="0"/>
              <a:t> 200 new synthetic samples for each of the three PD subgroups.</a:t>
            </a:r>
          </a:p>
          <a:p>
            <a:r>
              <a:rPr lang="en-US" b="1" dirty="0"/>
              <a:t>Combined:</a:t>
            </a:r>
            <a:r>
              <a:rPr lang="en-US" dirty="0"/>
              <a:t> The new data was appended to the original dataset.</a:t>
            </a:r>
          </a:p>
          <a:p>
            <a:r>
              <a:rPr lang="en-US" b="1" dirty="0"/>
              <a:t>Outcome:</a:t>
            </a:r>
            <a:r>
              <a:rPr lang="en-US" dirty="0"/>
              <a:t> A new, larger, and much more balanced dataset ready for model training.</a:t>
            </a:r>
          </a:p>
          <a:p>
            <a:endParaRPr lang="en-US" dirty="0"/>
          </a:p>
        </p:txBody>
      </p:sp>
    </p:spTree>
    <p:extLst>
      <p:ext uri="{BB962C8B-B14F-4D97-AF65-F5344CB8AC3E}">
        <p14:creationId xmlns:p14="http://schemas.microsoft.com/office/powerpoint/2010/main" val="16058801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F3F248-9EB3-258E-9729-801A57DCB669}"/>
              </a:ext>
            </a:extLst>
          </p:cNvPr>
          <p:cNvSpPr>
            <a:spLocks noGrp="1"/>
          </p:cNvSpPr>
          <p:nvPr>
            <p:ph type="title"/>
          </p:nvPr>
        </p:nvSpPr>
        <p:spPr>
          <a:xfrm>
            <a:off x="273423" y="267762"/>
            <a:ext cx="10515600" cy="1325563"/>
          </a:xfrm>
        </p:spPr>
        <p:txBody>
          <a:bodyPr/>
          <a:lstStyle/>
          <a:p>
            <a:r>
              <a:rPr lang="en-US" dirty="0"/>
              <a:t>Model</a:t>
            </a:r>
          </a:p>
        </p:txBody>
      </p:sp>
      <p:pic>
        <p:nvPicPr>
          <p:cNvPr id="11" name="Content Placeholder 10">
            <a:extLst>
              <a:ext uri="{FF2B5EF4-FFF2-40B4-BE49-F238E27FC236}">
                <a16:creationId xmlns:a16="http://schemas.microsoft.com/office/drawing/2014/main" id="{31D58805-0A79-B606-AB4A-976D14DEA922}"/>
              </a:ext>
            </a:extLst>
          </p:cNvPr>
          <p:cNvPicPr>
            <a:picLocks noGrp="1" noChangeAspect="1"/>
          </p:cNvPicPr>
          <p:nvPr>
            <p:ph idx="1"/>
          </p:nvPr>
        </p:nvPicPr>
        <p:blipFill>
          <a:blip r:embed="rId2"/>
          <a:stretch>
            <a:fillRect/>
          </a:stretch>
        </p:blipFill>
        <p:spPr>
          <a:xfrm>
            <a:off x="109819" y="1808629"/>
            <a:ext cx="5293158" cy="4590116"/>
          </a:xfrm>
          <a:prstGeom prst="rect">
            <a:avLst/>
          </a:prstGeom>
        </p:spPr>
      </p:pic>
      <p:pic>
        <p:nvPicPr>
          <p:cNvPr id="13" name="Picture 12">
            <a:extLst>
              <a:ext uri="{FF2B5EF4-FFF2-40B4-BE49-F238E27FC236}">
                <a16:creationId xmlns:a16="http://schemas.microsoft.com/office/drawing/2014/main" id="{C2F84305-5BD6-9FBE-8E84-D30B4ED564B3}"/>
              </a:ext>
            </a:extLst>
          </p:cNvPr>
          <p:cNvPicPr>
            <a:picLocks noChangeAspect="1"/>
          </p:cNvPicPr>
          <p:nvPr/>
        </p:nvPicPr>
        <p:blipFill>
          <a:blip r:embed="rId3"/>
          <a:stretch>
            <a:fillRect/>
          </a:stretch>
        </p:blipFill>
        <p:spPr>
          <a:xfrm>
            <a:off x="5883066" y="1808629"/>
            <a:ext cx="6081670" cy="4590116"/>
          </a:xfrm>
          <a:prstGeom prst="rect">
            <a:avLst/>
          </a:prstGeom>
        </p:spPr>
      </p:pic>
    </p:spTree>
    <p:extLst>
      <p:ext uri="{BB962C8B-B14F-4D97-AF65-F5344CB8AC3E}">
        <p14:creationId xmlns:p14="http://schemas.microsoft.com/office/powerpoint/2010/main" val="18936419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C26452-10A1-F282-C814-E36AF18D00D5}"/>
              </a:ext>
            </a:extLst>
          </p:cNvPr>
          <p:cNvSpPr>
            <a:spLocks noGrp="1"/>
          </p:cNvSpPr>
          <p:nvPr>
            <p:ph type="title"/>
          </p:nvPr>
        </p:nvSpPr>
        <p:spPr>
          <a:xfrm>
            <a:off x="509673" y="337747"/>
            <a:ext cx="10515600" cy="1325563"/>
          </a:xfrm>
        </p:spPr>
        <p:txBody>
          <a:bodyPr/>
          <a:lstStyle/>
          <a:p>
            <a:r>
              <a:rPr lang="en-US" dirty="0"/>
              <a:t>Model</a:t>
            </a:r>
          </a:p>
        </p:txBody>
      </p:sp>
      <p:pic>
        <p:nvPicPr>
          <p:cNvPr id="5" name="Content Placeholder 4">
            <a:extLst>
              <a:ext uri="{FF2B5EF4-FFF2-40B4-BE49-F238E27FC236}">
                <a16:creationId xmlns:a16="http://schemas.microsoft.com/office/drawing/2014/main" id="{C8E5C978-39BD-31F0-59DF-C4BDA1914066}"/>
              </a:ext>
            </a:extLst>
          </p:cNvPr>
          <p:cNvPicPr>
            <a:picLocks noGrp="1" noChangeAspect="1"/>
          </p:cNvPicPr>
          <p:nvPr>
            <p:ph idx="1"/>
          </p:nvPr>
        </p:nvPicPr>
        <p:blipFill>
          <a:blip r:embed="rId2"/>
          <a:stretch>
            <a:fillRect/>
          </a:stretch>
        </p:blipFill>
        <p:spPr>
          <a:xfrm>
            <a:off x="432689" y="1836576"/>
            <a:ext cx="5391234" cy="4351338"/>
          </a:xfrm>
          <a:prstGeom prst="rect">
            <a:avLst/>
          </a:prstGeom>
        </p:spPr>
      </p:pic>
      <p:pic>
        <p:nvPicPr>
          <p:cNvPr id="7" name="Picture 6">
            <a:extLst>
              <a:ext uri="{FF2B5EF4-FFF2-40B4-BE49-F238E27FC236}">
                <a16:creationId xmlns:a16="http://schemas.microsoft.com/office/drawing/2014/main" id="{69435C8D-6295-4853-D7F5-F359B378DFA7}"/>
              </a:ext>
            </a:extLst>
          </p:cNvPr>
          <p:cNvPicPr>
            <a:picLocks noChangeAspect="1"/>
          </p:cNvPicPr>
          <p:nvPr/>
        </p:nvPicPr>
        <p:blipFill>
          <a:blip r:embed="rId3"/>
          <a:stretch>
            <a:fillRect/>
          </a:stretch>
        </p:blipFill>
        <p:spPr>
          <a:xfrm>
            <a:off x="6019344" y="1836575"/>
            <a:ext cx="6096000" cy="4351339"/>
          </a:xfrm>
          <a:prstGeom prst="rect">
            <a:avLst/>
          </a:prstGeom>
        </p:spPr>
      </p:pic>
    </p:spTree>
    <p:extLst>
      <p:ext uri="{BB962C8B-B14F-4D97-AF65-F5344CB8AC3E}">
        <p14:creationId xmlns:p14="http://schemas.microsoft.com/office/powerpoint/2010/main" val="25795564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0C037DD-D5B5-BE9F-7C62-859B504B0B6A}"/>
              </a:ext>
            </a:extLst>
          </p:cNvPr>
          <p:cNvSpPr>
            <a:spLocks noGrp="1"/>
          </p:cNvSpPr>
          <p:nvPr>
            <p:ph type="title"/>
          </p:nvPr>
        </p:nvSpPr>
        <p:spPr/>
        <p:txBody>
          <a:bodyPr/>
          <a:lstStyle/>
          <a:p>
            <a:endParaRPr lang="zh-CN" altLang="en-US"/>
          </a:p>
        </p:txBody>
      </p:sp>
      <p:pic>
        <p:nvPicPr>
          <p:cNvPr id="5" name="Content Placeholder 4" descr="A screenshot of a computer&#10;&#10;AI-generated content may be incorrect.">
            <a:extLst>
              <a:ext uri="{FF2B5EF4-FFF2-40B4-BE49-F238E27FC236}">
                <a16:creationId xmlns:a16="http://schemas.microsoft.com/office/drawing/2014/main" id="{5C4A3560-2267-C0A1-6427-3231C149A2F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527663" y="1842403"/>
            <a:ext cx="7735712" cy="4351338"/>
          </a:xfrm>
        </p:spPr>
      </p:pic>
    </p:spTree>
    <p:extLst>
      <p:ext uri="{BB962C8B-B14F-4D97-AF65-F5344CB8AC3E}">
        <p14:creationId xmlns:p14="http://schemas.microsoft.com/office/powerpoint/2010/main" val="594230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BA2E92-5D17-3FC3-0FFE-5519C41ABB7B}"/>
              </a:ext>
            </a:extLst>
          </p:cNvPr>
          <p:cNvSpPr>
            <a:spLocks noGrp="1"/>
          </p:cNvSpPr>
          <p:nvPr>
            <p:ph type="title"/>
          </p:nvPr>
        </p:nvSpPr>
        <p:spPr/>
        <p:txBody>
          <a:bodyPr/>
          <a:lstStyle/>
          <a:p>
            <a:endParaRPr lang="en-US"/>
          </a:p>
        </p:txBody>
      </p:sp>
      <p:pic>
        <p:nvPicPr>
          <p:cNvPr id="5" name="Content Placeholder 4" descr="A black and white document with black text&#10;&#10;AI-generated content may be incorrect.">
            <a:extLst>
              <a:ext uri="{FF2B5EF4-FFF2-40B4-BE49-F238E27FC236}">
                <a16:creationId xmlns:a16="http://schemas.microsoft.com/office/drawing/2014/main" id="{C7D8DD08-D0E4-8E5F-8D67-28E2E52BC12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228144" y="1825625"/>
            <a:ext cx="7735712" cy="4351338"/>
          </a:xfrm>
        </p:spPr>
      </p:pic>
    </p:spTree>
    <p:extLst>
      <p:ext uri="{BB962C8B-B14F-4D97-AF65-F5344CB8AC3E}">
        <p14:creationId xmlns:p14="http://schemas.microsoft.com/office/powerpoint/2010/main" val="31635568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173</TotalTime>
  <Words>544</Words>
  <Application>Microsoft Office PowerPoint</Application>
  <PresentationFormat>Widescreen</PresentationFormat>
  <Paragraphs>39</Paragraphs>
  <Slides>11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Aptos</vt:lpstr>
      <vt:lpstr>Aptos Display</vt:lpstr>
      <vt:lpstr>Arial</vt:lpstr>
      <vt:lpstr>Office Theme</vt:lpstr>
      <vt:lpstr>09/04</vt:lpstr>
      <vt:lpstr>Project Goal</vt:lpstr>
      <vt:lpstr>The Challenge: Data Scarcity in Key Subgroups</vt:lpstr>
      <vt:lpstr>Our Strategy: Smart Data Generation</vt:lpstr>
      <vt:lpstr>Methodology 1: Finding the "Statistical Fingerprint"</vt:lpstr>
      <vt:lpstr>Methodology 2: Generating Directionally-Informed Data</vt:lpstr>
      <vt:lpstr>Implementation &amp; Results</vt:lpstr>
      <vt:lpstr>Model</vt:lpstr>
      <vt:lpstr>Model</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Qian, Kaiyang</dc:creator>
  <cp:lastModifiedBy>Qian, Kaiyang</cp:lastModifiedBy>
  <cp:revision>2</cp:revision>
  <dcterms:created xsi:type="dcterms:W3CDTF">2025-09-04T03:02:43Z</dcterms:created>
  <dcterms:modified xsi:type="dcterms:W3CDTF">2025-09-04T20:26:04Z</dcterms:modified>
</cp:coreProperties>
</file>