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87A6F-66E0-4BBA-9E88-4803FCD4553B}" v="46" dt="2025-07-31T19:05:24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4FE87A6F-66E0-4BBA-9E88-4803FCD4553B}"/>
    <pc:docChg chg="custSel addSld delSld modSld sldOrd">
      <pc:chgData name="Qian, Kaiyang" userId="b75c2dfd-7087-4e6d-8294-e848e36bd412" providerId="ADAL" clId="{4FE87A6F-66E0-4BBA-9E88-4803FCD4553B}" dt="2025-07-31T20:02:59.935" v="190" actId="1076"/>
      <pc:docMkLst>
        <pc:docMk/>
      </pc:docMkLst>
      <pc:sldChg chg="modSp mod">
        <pc:chgData name="Qian, Kaiyang" userId="b75c2dfd-7087-4e6d-8294-e848e36bd412" providerId="ADAL" clId="{4FE87A6F-66E0-4BBA-9E88-4803FCD4553B}" dt="2025-07-31T18:06:59.599" v="95" actId="20577"/>
        <pc:sldMkLst>
          <pc:docMk/>
          <pc:sldMk cId="4140435340" sldId="256"/>
        </pc:sldMkLst>
        <pc:spChg chg="mod">
          <ac:chgData name="Qian, Kaiyang" userId="b75c2dfd-7087-4e6d-8294-e848e36bd412" providerId="ADAL" clId="{4FE87A6F-66E0-4BBA-9E88-4803FCD4553B}" dt="2025-07-31T18:06:59.599" v="95" actId="20577"/>
          <ac:spMkLst>
            <pc:docMk/>
            <pc:sldMk cId="4140435340" sldId="256"/>
            <ac:spMk id="3" creationId="{1D40DA69-897B-A2DF-2DA0-196FABEB4EB2}"/>
          </ac:spMkLst>
        </pc:spChg>
      </pc:sldChg>
      <pc:sldChg chg="addSp delSp modSp new mod">
        <pc:chgData name="Qian, Kaiyang" userId="b75c2dfd-7087-4e6d-8294-e848e36bd412" providerId="ADAL" clId="{4FE87A6F-66E0-4BBA-9E88-4803FCD4553B}" dt="2025-07-31T17:53:05.615" v="26" actId="20577"/>
        <pc:sldMkLst>
          <pc:docMk/>
          <pc:sldMk cId="2974572580" sldId="257"/>
        </pc:sldMkLst>
        <pc:spChg chg="mod">
          <ac:chgData name="Qian, Kaiyang" userId="b75c2dfd-7087-4e6d-8294-e848e36bd412" providerId="ADAL" clId="{4FE87A6F-66E0-4BBA-9E88-4803FCD4553B}" dt="2025-07-31T15:47:27.448" v="11" actId="1076"/>
          <ac:spMkLst>
            <pc:docMk/>
            <pc:sldMk cId="2974572580" sldId="257"/>
            <ac:spMk id="2" creationId="{EFDD1E97-9805-0101-9B97-4C75F1F72A6C}"/>
          </ac:spMkLst>
        </pc:spChg>
        <pc:spChg chg="del mod">
          <ac:chgData name="Qian, Kaiyang" userId="b75c2dfd-7087-4e6d-8294-e848e36bd412" providerId="ADAL" clId="{4FE87A6F-66E0-4BBA-9E88-4803FCD4553B}" dt="2025-07-31T17:52:23.012" v="14" actId="478"/>
          <ac:spMkLst>
            <pc:docMk/>
            <pc:sldMk cId="2974572580" sldId="257"/>
            <ac:spMk id="3" creationId="{B0B98DC5-5F6D-28B4-FAE5-1FF470B0DA96}"/>
          </ac:spMkLst>
        </pc:spChg>
        <pc:spChg chg="add mod">
          <ac:chgData name="Qian, Kaiyang" userId="b75c2dfd-7087-4e6d-8294-e848e36bd412" providerId="ADAL" clId="{4FE87A6F-66E0-4BBA-9E88-4803FCD4553B}" dt="2025-07-31T17:52:36.855" v="19" actId="1076"/>
          <ac:spMkLst>
            <pc:docMk/>
            <pc:sldMk cId="2974572580" sldId="257"/>
            <ac:spMk id="4" creationId="{95AF32DA-B1F2-C7C7-7BC9-3CBA2E1D9CB9}"/>
          </ac:spMkLst>
        </pc:spChg>
        <pc:spChg chg="add mod">
          <ac:chgData name="Qian, Kaiyang" userId="b75c2dfd-7087-4e6d-8294-e848e36bd412" providerId="ADAL" clId="{4FE87A6F-66E0-4BBA-9E88-4803FCD4553B}" dt="2025-07-31T17:53:05.615" v="26" actId="20577"/>
          <ac:spMkLst>
            <pc:docMk/>
            <pc:sldMk cId="2974572580" sldId="257"/>
            <ac:spMk id="6" creationId="{54B5A012-43CE-999D-64F0-09471844E197}"/>
          </ac:spMkLst>
        </pc:spChg>
      </pc:sldChg>
      <pc:sldChg chg="modSp new del">
        <pc:chgData name="Qian, Kaiyang" userId="b75c2dfd-7087-4e6d-8294-e848e36bd412" providerId="ADAL" clId="{4FE87A6F-66E0-4BBA-9E88-4803FCD4553B}" dt="2025-07-31T17:54:03.022" v="53" actId="2696"/>
        <pc:sldMkLst>
          <pc:docMk/>
          <pc:sldMk cId="1728130283" sldId="258"/>
        </pc:sldMkLst>
        <pc:spChg chg="mod">
          <ac:chgData name="Qian, Kaiyang" userId="b75c2dfd-7087-4e6d-8294-e848e36bd412" providerId="ADAL" clId="{4FE87A6F-66E0-4BBA-9E88-4803FCD4553B}" dt="2025-07-31T17:53:59.435" v="52"/>
          <ac:spMkLst>
            <pc:docMk/>
            <pc:sldMk cId="1728130283" sldId="258"/>
            <ac:spMk id="2" creationId="{A019DA77-2D0A-622C-9BCD-61636481CB26}"/>
          </ac:spMkLst>
        </pc:spChg>
      </pc:sldChg>
      <pc:sldChg chg="modSp add mod">
        <pc:chgData name="Qian, Kaiyang" userId="b75c2dfd-7087-4e6d-8294-e848e36bd412" providerId="ADAL" clId="{4FE87A6F-66E0-4BBA-9E88-4803FCD4553B}" dt="2025-07-31T17:53:50.769" v="51" actId="20577"/>
        <pc:sldMkLst>
          <pc:docMk/>
          <pc:sldMk cId="3960149962" sldId="259"/>
        </pc:sldMkLst>
        <pc:spChg chg="mod">
          <ac:chgData name="Qian, Kaiyang" userId="b75c2dfd-7087-4e6d-8294-e848e36bd412" providerId="ADAL" clId="{4FE87A6F-66E0-4BBA-9E88-4803FCD4553B}" dt="2025-07-31T17:53:35.078" v="47" actId="113"/>
          <ac:spMkLst>
            <pc:docMk/>
            <pc:sldMk cId="3960149962" sldId="259"/>
            <ac:spMk id="4" creationId="{3DA10DF0-1359-794B-9D70-5F1C2F76D7F1}"/>
          </ac:spMkLst>
        </pc:spChg>
        <pc:spChg chg="mod">
          <ac:chgData name="Qian, Kaiyang" userId="b75c2dfd-7087-4e6d-8294-e848e36bd412" providerId="ADAL" clId="{4FE87A6F-66E0-4BBA-9E88-4803FCD4553B}" dt="2025-07-31T17:53:50.769" v="51" actId="20577"/>
          <ac:spMkLst>
            <pc:docMk/>
            <pc:sldMk cId="3960149962" sldId="259"/>
            <ac:spMk id="6" creationId="{D6EC0E4F-F7E3-7385-AB83-F1B39CA140B9}"/>
          </ac:spMkLst>
        </pc:spChg>
      </pc:sldChg>
      <pc:sldChg chg="addSp delSp modSp add mod">
        <pc:chgData name="Qian, Kaiyang" userId="b75c2dfd-7087-4e6d-8294-e848e36bd412" providerId="ADAL" clId="{4FE87A6F-66E0-4BBA-9E88-4803FCD4553B}" dt="2025-07-31T20:02:59.935" v="190" actId="1076"/>
        <pc:sldMkLst>
          <pc:docMk/>
          <pc:sldMk cId="2761324853" sldId="260"/>
        </pc:sldMkLst>
        <pc:spChg chg="add">
          <ac:chgData name="Qian, Kaiyang" userId="b75c2dfd-7087-4e6d-8294-e848e36bd412" providerId="ADAL" clId="{4FE87A6F-66E0-4BBA-9E88-4803FCD4553B}" dt="2025-07-31T17:54:32.524" v="57"/>
          <ac:spMkLst>
            <pc:docMk/>
            <pc:sldMk cId="2761324853" sldId="260"/>
            <ac:spMk id="3" creationId="{E3ADD494-8E08-D99B-B6EF-AEA2EFD4EBDB}"/>
          </ac:spMkLst>
        </pc:spChg>
        <pc:spChg chg="mod">
          <ac:chgData name="Qian, Kaiyang" userId="b75c2dfd-7087-4e6d-8294-e848e36bd412" providerId="ADAL" clId="{4FE87A6F-66E0-4BBA-9E88-4803FCD4553B}" dt="2025-07-31T17:55:34.814" v="70"/>
          <ac:spMkLst>
            <pc:docMk/>
            <pc:sldMk cId="2761324853" sldId="260"/>
            <ac:spMk id="4" creationId="{674F4D35-6A80-3FFC-C5C2-6AB852FEC159}"/>
          </ac:spMkLst>
        </pc:spChg>
        <pc:spChg chg="add">
          <ac:chgData name="Qian, Kaiyang" userId="b75c2dfd-7087-4e6d-8294-e848e36bd412" providerId="ADAL" clId="{4FE87A6F-66E0-4BBA-9E88-4803FCD4553B}" dt="2025-07-31T17:54:34.562" v="58"/>
          <ac:spMkLst>
            <pc:docMk/>
            <pc:sldMk cId="2761324853" sldId="260"/>
            <ac:spMk id="5" creationId="{C078D0C8-8ADD-46A5-61BE-00D2B9889851}"/>
          </ac:spMkLst>
        </pc:spChg>
        <pc:spChg chg="del mod">
          <ac:chgData name="Qian, Kaiyang" userId="b75c2dfd-7087-4e6d-8294-e848e36bd412" providerId="ADAL" clId="{4FE87A6F-66E0-4BBA-9E88-4803FCD4553B}" dt="2025-07-31T17:54:39.390" v="62"/>
          <ac:spMkLst>
            <pc:docMk/>
            <pc:sldMk cId="2761324853" sldId="260"/>
            <ac:spMk id="6" creationId="{030652F6-9A24-71E7-6A7C-EB7E910F89B0}"/>
          </ac:spMkLst>
        </pc:spChg>
        <pc:spChg chg="add">
          <ac:chgData name="Qian, Kaiyang" userId="b75c2dfd-7087-4e6d-8294-e848e36bd412" providerId="ADAL" clId="{4FE87A6F-66E0-4BBA-9E88-4803FCD4553B}" dt="2025-07-31T17:54:38.193" v="60"/>
          <ac:spMkLst>
            <pc:docMk/>
            <pc:sldMk cId="2761324853" sldId="260"/>
            <ac:spMk id="7" creationId="{C8884620-FBA3-92E3-0326-3ED06D20D3A9}"/>
          </ac:spMkLst>
        </pc:spChg>
        <pc:spChg chg="add mod">
          <ac:chgData name="Qian, Kaiyang" userId="b75c2dfd-7087-4e6d-8294-e848e36bd412" providerId="ADAL" clId="{4FE87A6F-66E0-4BBA-9E88-4803FCD4553B}" dt="2025-07-31T17:54:45.525" v="64"/>
          <ac:spMkLst>
            <pc:docMk/>
            <pc:sldMk cId="2761324853" sldId="260"/>
            <ac:spMk id="8" creationId="{A157CA0C-CA0C-A3C9-9871-C845CAA9F866}"/>
          </ac:spMkLst>
        </pc:spChg>
        <pc:spChg chg="add mod">
          <ac:chgData name="Qian, Kaiyang" userId="b75c2dfd-7087-4e6d-8294-e848e36bd412" providerId="ADAL" clId="{4FE87A6F-66E0-4BBA-9E88-4803FCD4553B}" dt="2025-07-31T20:02:59.935" v="190" actId="1076"/>
          <ac:spMkLst>
            <pc:docMk/>
            <pc:sldMk cId="2761324853" sldId="260"/>
            <ac:spMk id="10" creationId="{B6A7600E-0A93-B799-D0B8-8E42998F9DA0}"/>
          </ac:spMkLst>
        </pc:spChg>
      </pc:sldChg>
      <pc:sldChg chg="modSp add mod">
        <pc:chgData name="Qian, Kaiyang" userId="b75c2dfd-7087-4e6d-8294-e848e36bd412" providerId="ADAL" clId="{4FE87A6F-66E0-4BBA-9E88-4803FCD4553B}" dt="2025-07-31T17:55:56.244" v="78" actId="20577"/>
        <pc:sldMkLst>
          <pc:docMk/>
          <pc:sldMk cId="959070099" sldId="261"/>
        </pc:sldMkLst>
        <pc:spChg chg="mod">
          <ac:chgData name="Qian, Kaiyang" userId="b75c2dfd-7087-4e6d-8294-e848e36bd412" providerId="ADAL" clId="{4FE87A6F-66E0-4BBA-9E88-4803FCD4553B}" dt="2025-07-31T17:55:37.144" v="71"/>
          <ac:spMkLst>
            <pc:docMk/>
            <pc:sldMk cId="959070099" sldId="261"/>
            <ac:spMk id="4" creationId="{1E8E6630-2E21-517A-5E2F-20DBC0209FA6}"/>
          </ac:spMkLst>
        </pc:spChg>
        <pc:spChg chg="mod">
          <ac:chgData name="Qian, Kaiyang" userId="b75c2dfd-7087-4e6d-8294-e848e36bd412" providerId="ADAL" clId="{4FE87A6F-66E0-4BBA-9E88-4803FCD4553B}" dt="2025-07-31T17:55:56.244" v="78" actId="20577"/>
          <ac:spMkLst>
            <pc:docMk/>
            <pc:sldMk cId="959070099" sldId="261"/>
            <ac:spMk id="6" creationId="{961DC7A8-84AE-58A4-698E-D43105F17275}"/>
          </ac:spMkLst>
        </pc:spChg>
      </pc:sldChg>
      <pc:sldChg chg="modSp add mod">
        <pc:chgData name="Qian, Kaiyang" userId="b75c2dfd-7087-4e6d-8294-e848e36bd412" providerId="ADAL" clId="{4FE87A6F-66E0-4BBA-9E88-4803FCD4553B}" dt="2025-07-31T17:56:32.535" v="84" actId="20577"/>
        <pc:sldMkLst>
          <pc:docMk/>
          <pc:sldMk cId="4143455272" sldId="262"/>
        </pc:sldMkLst>
        <pc:spChg chg="mod">
          <ac:chgData name="Qian, Kaiyang" userId="b75c2dfd-7087-4e6d-8294-e848e36bd412" providerId="ADAL" clId="{4FE87A6F-66E0-4BBA-9E88-4803FCD4553B}" dt="2025-07-31T17:56:15.514" v="80"/>
          <ac:spMkLst>
            <pc:docMk/>
            <pc:sldMk cId="4143455272" sldId="262"/>
            <ac:spMk id="4" creationId="{167C178B-14A1-B5C2-0DB8-33346E4C1181}"/>
          </ac:spMkLst>
        </pc:spChg>
        <pc:spChg chg="mod">
          <ac:chgData name="Qian, Kaiyang" userId="b75c2dfd-7087-4e6d-8294-e848e36bd412" providerId="ADAL" clId="{4FE87A6F-66E0-4BBA-9E88-4803FCD4553B}" dt="2025-07-31T17:56:32.535" v="84" actId="20577"/>
          <ac:spMkLst>
            <pc:docMk/>
            <pc:sldMk cId="4143455272" sldId="262"/>
            <ac:spMk id="6" creationId="{A1A5F6BF-2B59-3E54-61AE-A1EC12AADD0F}"/>
          </ac:spMkLst>
        </pc:spChg>
      </pc:sldChg>
      <pc:sldChg chg="addSp modSp add">
        <pc:chgData name="Qian, Kaiyang" userId="b75c2dfd-7087-4e6d-8294-e848e36bd412" providerId="ADAL" clId="{4FE87A6F-66E0-4BBA-9E88-4803FCD4553B}" dt="2025-07-31T17:57:17.706" v="89"/>
        <pc:sldMkLst>
          <pc:docMk/>
          <pc:sldMk cId="2238830679" sldId="263"/>
        </pc:sldMkLst>
        <pc:spChg chg="add">
          <ac:chgData name="Qian, Kaiyang" userId="b75c2dfd-7087-4e6d-8294-e848e36bd412" providerId="ADAL" clId="{4FE87A6F-66E0-4BBA-9E88-4803FCD4553B}" dt="2025-07-31T17:57:08.106" v="87"/>
          <ac:spMkLst>
            <pc:docMk/>
            <pc:sldMk cId="2238830679" sldId="263"/>
            <ac:spMk id="3" creationId="{23C1B80C-66C2-70F9-BB42-9A9748B4C7CA}"/>
          </ac:spMkLst>
        </pc:spChg>
        <pc:spChg chg="mod">
          <ac:chgData name="Qian, Kaiyang" userId="b75c2dfd-7087-4e6d-8294-e848e36bd412" providerId="ADAL" clId="{4FE87A6F-66E0-4BBA-9E88-4803FCD4553B}" dt="2025-07-31T17:57:02.659" v="86"/>
          <ac:spMkLst>
            <pc:docMk/>
            <pc:sldMk cId="2238830679" sldId="263"/>
            <ac:spMk id="4" creationId="{54F3E266-3B44-AD64-3758-D523E7B200C2}"/>
          </ac:spMkLst>
        </pc:spChg>
        <pc:spChg chg="add">
          <ac:chgData name="Qian, Kaiyang" userId="b75c2dfd-7087-4e6d-8294-e848e36bd412" providerId="ADAL" clId="{4FE87A6F-66E0-4BBA-9E88-4803FCD4553B}" dt="2025-07-31T17:57:11.516" v="88"/>
          <ac:spMkLst>
            <pc:docMk/>
            <pc:sldMk cId="2238830679" sldId="263"/>
            <ac:spMk id="5" creationId="{E80818BA-53E4-1F2F-FCF8-04AC69DF342A}"/>
          </ac:spMkLst>
        </pc:spChg>
        <pc:spChg chg="mod">
          <ac:chgData name="Qian, Kaiyang" userId="b75c2dfd-7087-4e6d-8294-e848e36bd412" providerId="ADAL" clId="{4FE87A6F-66E0-4BBA-9E88-4803FCD4553B}" dt="2025-07-31T17:57:17.706" v="89"/>
          <ac:spMkLst>
            <pc:docMk/>
            <pc:sldMk cId="2238830679" sldId="263"/>
            <ac:spMk id="6" creationId="{EC0849D1-6AE8-80E9-0DAE-D1604D034F1C}"/>
          </ac:spMkLst>
        </pc:spChg>
      </pc:sldChg>
      <pc:sldChg chg="modSp add mod">
        <pc:chgData name="Qian, Kaiyang" userId="b75c2dfd-7087-4e6d-8294-e848e36bd412" providerId="ADAL" clId="{4FE87A6F-66E0-4BBA-9E88-4803FCD4553B}" dt="2025-07-31T18:06:48.793" v="93" actId="1076"/>
        <pc:sldMkLst>
          <pc:docMk/>
          <pc:sldMk cId="435403392" sldId="264"/>
        </pc:sldMkLst>
        <pc:spChg chg="mod">
          <ac:chgData name="Qian, Kaiyang" userId="b75c2dfd-7087-4e6d-8294-e848e36bd412" providerId="ADAL" clId="{4FE87A6F-66E0-4BBA-9E88-4803FCD4553B}" dt="2025-07-31T18:06:45.988" v="92"/>
          <ac:spMkLst>
            <pc:docMk/>
            <pc:sldMk cId="435403392" sldId="264"/>
            <ac:spMk id="4" creationId="{EBC59872-D40E-C224-B838-F16508AD2FEE}"/>
          </ac:spMkLst>
        </pc:spChg>
        <pc:spChg chg="mod">
          <ac:chgData name="Qian, Kaiyang" userId="b75c2dfd-7087-4e6d-8294-e848e36bd412" providerId="ADAL" clId="{4FE87A6F-66E0-4BBA-9E88-4803FCD4553B}" dt="2025-07-31T18:06:48.793" v="93" actId="1076"/>
          <ac:spMkLst>
            <pc:docMk/>
            <pc:sldMk cId="435403392" sldId="264"/>
            <ac:spMk id="6" creationId="{A1310717-DB7B-CF49-47E8-F9DCF6BA258E}"/>
          </ac:spMkLst>
        </pc:spChg>
      </pc:sldChg>
      <pc:sldChg chg="addSp delSp modSp new mod">
        <pc:chgData name="Qian, Kaiyang" userId="b75c2dfd-7087-4e6d-8294-e848e36bd412" providerId="ADAL" clId="{4FE87A6F-66E0-4BBA-9E88-4803FCD4553B}" dt="2025-07-31T18:56:27.974" v="118" actId="5793"/>
        <pc:sldMkLst>
          <pc:docMk/>
          <pc:sldMk cId="487308141" sldId="265"/>
        </pc:sldMkLst>
        <pc:spChg chg="mod">
          <ac:chgData name="Qian, Kaiyang" userId="b75c2dfd-7087-4e6d-8294-e848e36bd412" providerId="ADAL" clId="{4FE87A6F-66E0-4BBA-9E88-4803FCD4553B}" dt="2025-07-31T18:07:07.158" v="98" actId="27636"/>
          <ac:spMkLst>
            <pc:docMk/>
            <pc:sldMk cId="487308141" sldId="265"/>
            <ac:spMk id="2" creationId="{E535BBA5-D723-F01A-A5BE-BB62E6F9D81F}"/>
          </ac:spMkLst>
        </pc:spChg>
        <pc:spChg chg="del mod">
          <ac:chgData name="Qian, Kaiyang" userId="b75c2dfd-7087-4e6d-8294-e848e36bd412" providerId="ADAL" clId="{4FE87A6F-66E0-4BBA-9E88-4803FCD4553B}" dt="2025-07-31T18:56:04.990" v="107" actId="478"/>
          <ac:spMkLst>
            <pc:docMk/>
            <pc:sldMk cId="487308141" sldId="265"/>
            <ac:spMk id="3" creationId="{0B6D73FA-2D12-7BA3-B257-5F51BD4C90D6}"/>
          </ac:spMkLst>
        </pc:spChg>
        <pc:spChg chg="add">
          <ac:chgData name="Qian, Kaiyang" userId="b75c2dfd-7087-4e6d-8294-e848e36bd412" providerId="ADAL" clId="{4FE87A6F-66E0-4BBA-9E88-4803FCD4553B}" dt="2025-07-31T18:55:59.903" v="105"/>
          <ac:spMkLst>
            <pc:docMk/>
            <pc:sldMk cId="487308141" sldId="265"/>
            <ac:spMk id="4" creationId="{BF04ADCE-0C27-C33C-A320-BEC927CFDEB3}"/>
          </ac:spMkLst>
        </pc:spChg>
        <pc:spChg chg="add mod">
          <ac:chgData name="Qian, Kaiyang" userId="b75c2dfd-7087-4e6d-8294-e848e36bd412" providerId="ADAL" clId="{4FE87A6F-66E0-4BBA-9E88-4803FCD4553B}" dt="2025-07-31T18:56:27.974" v="118" actId="5793"/>
          <ac:spMkLst>
            <pc:docMk/>
            <pc:sldMk cId="487308141" sldId="265"/>
            <ac:spMk id="6" creationId="{C8A8E024-495D-E4AD-033C-511BF3DCA7D5}"/>
          </ac:spMkLst>
        </pc:spChg>
      </pc:sldChg>
      <pc:sldChg chg="modSp add ord">
        <pc:chgData name="Qian, Kaiyang" userId="b75c2dfd-7087-4e6d-8294-e848e36bd412" providerId="ADAL" clId="{4FE87A6F-66E0-4BBA-9E88-4803FCD4553B}" dt="2025-07-31T18:07:26.369" v="103"/>
        <pc:sldMkLst>
          <pc:docMk/>
          <pc:sldMk cId="808279024" sldId="266"/>
        </pc:sldMkLst>
        <pc:spChg chg="mod">
          <ac:chgData name="Qian, Kaiyang" userId="b75c2dfd-7087-4e6d-8294-e848e36bd412" providerId="ADAL" clId="{4FE87A6F-66E0-4BBA-9E88-4803FCD4553B}" dt="2025-07-31T18:07:26.369" v="103"/>
          <ac:spMkLst>
            <pc:docMk/>
            <pc:sldMk cId="808279024" sldId="266"/>
            <ac:spMk id="3" creationId="{9AD1C8B7-E29F-5C0C-C615-405F36F78B77}"/>
          </ac:spMkLst>
        </pc:spChg>
      </pc:sldChg>
      <pc:sldChg chg="modSp add mod">
        <pc:chgData name="Qian, Kaiyang" userId="b75c2dfd-7087-4e6d-8294-e848e36bd412" providerId="ADAL" clId="{4FE87A6F-66E0-4BBA-9E88-4803FCD4553B}" dt="2025-07-31T18:57:01.664" v="124" actId="20577"/>
        <pc:sldMkLst>
          <pc:docMk/>
          <pc:sldMk cId="931205589" sldId="267"/>
        </pc:sldMkLst>
        <pc:spChg chg="mod">
          <ac:chgData name="Qian, Kaiyang" userId="b75c2dfd-7087-4e6d-8294-e848e36bd412" providerId="ADAL" clId="{4FE87A6F-66E0-4BBA-9E88-4803FCD4553B}" dt="2025-07-31T18:57:01.664" v="124" actId="20577"/>
          <ac:spMkLst>
            <pc:docMk/>
            <pc:sldMk cId="931205589" sldId="267"/>
            <ac:spMk id="6" creationId="{ECA588DD-90B1-EEC6-B531-6B247720AEE0}"/>
          </ac:spMkLst>
        </pc:spChg>
      </pc:sldChg>
      <pc:sldChg chg="modSp add mod">
        <pc:chgData name="Qian, Kaiyang" userId="b75c2dfd-7087-4e6d-8294-e848e36bd412" providerId="ADAL" clId="{4FE87A6F-66E0-4BBA-9E88-4803FCD4553B}" dt="2025-07-31T18:57:41.711" v="130" actId="20577"/>
        <pc:sldMkLst>
          <pc:docMk/>
          <pc:sldMk cId="1096721505" sldId="268"/>
        </pc:sldMkLst>
        <pc:spChg chg="mod">
          <ac:chgData name="Qian, Kaiyang" userId="b75c2dfd-7087-4e6d-8294-e848e36bd412" providerId="ADAL" clId="{4FE87A6F-66E0-4BBA-9E88-4803FCD4553B}" dt="2025-07-31T18:57:41.711" v="130" actId="20577"/>
          <ac:spMkLst>
            <pc:docMk/>
            <pc:sldMk cId="1096721505" sldId="268"/>
            <ac:spMk id="6" creationId="{DB02755C-722B-AC37-DDD8-9D97AB662A5E}"/>
          </ac:spMkLst>
        </pc:spChg>
      </pc:sldChg>
      <pc:sldChg chg="modSp add mod">
        <pc:chgData name="Qian, Kaiyang" userId="b75c2dfd-7087-4e6d-8294-e848e36bd412" providerId="ADAL" clId="{4FE87A6F-66E0-4BBA-9E88-4803FCD4553B}" dt="2025-07-31T18:58:55.547" v="134" actId="20577"/>
        <pc:sldMkLst>
          <pc:docMk/>
          <pc:sldMk cId="1943487247" sldId="269"/>
        </pc:sldMkLst>
        <pc:spChg chg="mod">
          <ac:chgData name="Qian, Kaiyang" userId="b75c2dfd-7087-4e6d-8294-e848e36bd412" providerId="ADAL" clId="{4FE87A6F-66E0-4BBA-9E88-4803FCD4553B}" dt="2025-07-31T18:58:55.547" v="134" actId="20577"/>
          <ac:spMkLst>
            <pc:docMk/>
            <pc:sldMk cId="1943487247" sldId="269"/>
            <ac:spMk id="6" creationId="{479A7561-04A7-B6DA-2346-ACD842D784FA}"/>
          </ac:spMkLst>
        </pc:spChg>
      </pc:sldChg>
      <pc:sldChg chg="modSp add mod">
        <pc:chgData name="Qian, Kaiyang" userId="b75c2dfd-7087-4e6d-8294-e848e36bd412" providerId="ADAL" clId="{4FE87A6F-66E0-4BBA-9E88-4803FCD4553B}" dt="2025-07-31T18:59:35.595" v="137" actId="20577"/>
        <pc:sldMkLst>
          <pc:docMk/>
          <pc:sldMk cId="164706173" sldId="270"/>
        </pc:sldMkLst>
        <pc:spChg chg="mod">
          <ac:chgData name="Qian, Kaiyang" userId="b75c2dfd-7087-4e6d-8294-e848e36bd412" providerId="ADAL" clId="{4FE87A6F-66E0-4BBA-9E88-4803FCD4553B}" dt="2025-07-31T18:59:35.595" v="137" actId="20577"/>
          <ac:spMkLst>
            <pc:docMk/>
            <pc:sldMk cId="164706173" sldId="270"/>
            <ac:spMk id="6" creationId="{C162F87D-2916-8AE8-4D44-1D3B3CECD803}"/>
          </ac:spMkLst>
        </pc:spChg>
      </pc:sldChg>
      <pc:sldChg chg="add">
        <pc:chgData name="Qian, Kaiyang" userId="b75c2dfd-7087-4e6d-8294-e848e36bd412" providerId="ADAL" clId="{4FE87A6F-66E0-4BBA-9E88-4803FCD4553B}" dt="2025-07-31T18:59:57.438" v="138" actId="2890"/>
        <pc:sldMkLst>
          <pc:docMk/>
          <pc:sldMk cId="2870977348" sldId="271"/>
        </pc:sldMkLst>
      </pc:sldChg>
      <pc:sldChg chg="modSp add">
        <pc:chgData name="Qian, Kaiyang" userId="b75c2dfd-7087-4e6d-8294-e848e36bd412" providerId="ADAL" clId="{4FE87A6F-66E0-4BBA-9E88-4803FCD4553B}" dt="2025-07-31T19:00:43.054" v="140"/>
        <pc:sldMkLst>
          <pc:docMk/>
          <pc:sldMk cId="3006386069" sldId="272"/>
        </pc:sldMkLst>
        <pc:spChg chg="mod">
          <ac:chgData name="Qian, Kaiyang" userId="b75c2dfd-7087-4e6d-8294-e848e36bd412" providerId="ADAL" clId="{4FE87A6F-66E0-4BBA-9E88-4803FCD4553B}" dt="2025-07-31T19:00:43.054" v="140"/>
          <ac:spMkLst>
            <pc:docMk/>
            <pc:sldMk cId="3006386069" sldId="272"/>
            <ac:spMk id="6" creationId="{E00FF8EA-B679-42F9-9BC5-A7FCC2CEC483}"/>
          </ac:spMkLst>
        </pc:spChg>
      </pc:sldChg>
      <pc:sldChg chg="add">
        <pc:chgData name="Qian, Kaiyang" userId="b75c2dfd-7087-4e6d-8294-e848e36bd412" providerId="ADAL" clId="{4FE87A6F-66E0-4BBA-9E88-4803FCD4553B}" dt="2025-07-31T19:00:53.081" v="141" actId="2890"/>
        <pc:sldMkLst>
          <pc:docMk/>
          <pc:sldMk cId="1346671173" sldId="273"/>
        </pc:sldMkLst>
      </pc:sldChg>
      <pc:sldChg chg="new del">
        <pc:chgData name="Qian, Kaiyang" userId="b75c2dfd-7087-4e6d-8294-e848e36bd412" providerId="ADAL" clId="{4FE87A6F-66E0-4BBA-9E88-4803FCD4553B}" dt="2025-07-31T19:59:04.469" v="188" actId="2696"/>
        <pc:sldMkLst>
          <pc:docMk/>
          <pc:sldMk cId="122059201" sldId="274"/>
        </pc:sldMkLst>
      </pc:sldChg>
      <pc:sldChg chg="modSp add mod ord">
        <pc:chgData name="Qian, Kaiyang" userId="b75c2dfd-7087-4e6d-8294-e848e36bd412" providerId="ADAL" clId="{4FE87A6F-66E0-4BBA-9E88-4803FCD4553B}" dt="2025-07-31T19:05:42.136" v="186" actId="20577"/>
        <pc:sldMkLst>
          <pc:docMk/>
          <pc:sldMk cId="3544388016" sldId="275"/>
        </pc:sldMkLst>
        <pc:spChg chg="mod">
          <ac:chgData name="Qian, Kaiyang" userId="b75c2dfd-7087-4e6d-8294-e848e36bd412" providerId="ADAL" clId="{4FE87A6F-66E0-4BBA-9E88-4803FCD4553B}" dt="2025-07-31T19:05:42.136" v="186" actId="20577"/>
          <ac:spMkLst>
            <pc:docMk/>
            <pc:sldMk cId="3544388016" sldId="275"/>
            <ac:spMk id="3" creationId="{0EA39AF2-854D-5E39-0D80-62138F7C3F88}"/>
          </ac:spMkLst>
        </pc:spChg>
      </pc:sldChg>
      <pc:sldChg chg="new del">
        <pc:chgData name="Qian, Kaiyang" userId="b75c2dfd-7087-4e6d-8294-e848e36bd412" providerId="ADAL" clId="{4FE87A6F-66E0-4BBA-9E88-4803FCD4553B}" dt="2025-07-31T20:00:15.977" v="189" actId="2696"/>
        <pc:sldMkLst>
          <pc:docMk/>
          <pc:sldMk cId="3712009146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61BF-C969-3032-CFE1-230EBA158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10BF3-43FB-E029-B02A-A89F5587B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76A13-98DD-D1CE-258F-D2C183D9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8782A-32E7-6AF6-D4FC-0F0277E1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62DC-E0F4-8437-2045-39EF0AF7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4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C9D3-C879-9FA2-9D35-B67EDAEF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042B-413C-F5A2-9909-302272709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C7D7-ED5C-016E-7F9B-8C07466B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3906C-3987-F963-B545-1F5FB2C3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A496B-16C4-2305-F0D8-7AAEA972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0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9476-E766-81AD-1B73-1D7F8087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061C2-AF00-BB77-4C22-36D99B5A0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6C77C-C6C5-0A96-7A9F-D9D8A4A1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8EBAC-8F43-06BF-8974-4D401AB1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C1EBF-5CAB-A48F-90E9-BF7B00F0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0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16EA-5E8C-41E2-2DA1-A581B5CD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8D9E1-1F4E-09DF-493E-AD1BFF6BC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64175-EB6D-672D-7B73-770C3800B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9C7D3-6FAA-5F4B-87E0-99D73B49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21D05-9DF3-2A5D-0C1D-2630379D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2E547-45D1-0E1F-25CB-60F515F9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0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B940-59D9-5593-FAD8-7C63CF7A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AF3FA-AC7D-9888-7930-37F3458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007B3-8824-CE68-8BC2-7F68ED24A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48FA8-E2D4-1AFF-5BDA-A88F4E355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DF128-5398-5149-9C8E-E45BE2529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6D830-9966-EF90-5B4B-58940189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92180-DE64-E45A-EE17-8A163EC7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33302-01AE-690E-4761-600DE296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6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CDB0-C32B-0DE1-551B-782CBD82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A3FFD-0624-211A-F938-D9DEA429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47A36-A853-4E48-8D6B-4628BBF3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E17AF-6D39-3401-7B25-D5F84A64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2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3E435-8874-5686-527C-1CD1689E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3DF94-DBEE-3A26-A420-7F1CD63B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C709-0A74-7377-2866-1DC3CA7E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8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50B9F-5581-1ED6-C7DD-CD807109B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8159A-7C29-4E97-A75C-323759F28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EBDD3-9C7A-FF2B-3A64-C959CB5FE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81357-2ED7-BD30-3F39-11286BF66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AEDE4-9036-8B60-6156-ABAD8246B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48177-8A56-D9EC-94C9-3FE4CA04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F5B0-3DC2-3911-C898-78B9A268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F51940-75CD-4924-A448-DB04D83B5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AE434-BA0D-D9AE-9D7B-F016552EC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A6B8B-6D35-BFFB-4416-C538E95B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9A6C0-85F6-0C81-3262-DBAA30BB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6DA82-CF08-BD7A-7FFC-27D25A7F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6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0FD5-66B5-356B-7C86-B29CE014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E4CCD-4814-AABA-D36F-5B6C6ED88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B8F36-E77A-1026-377F-F60D9A0A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0AFA1-F6E6-D39B-ABD9-9A56773E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8801-5C7F-0D4D-D877-13BEAA86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1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838D9-0C90-BEE4-4255-FDD2974D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326F3-0981-007C-641F-7D1F06417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E035-1B82-5F5A-B738-26648721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24023-3420-AD3D-51C1-72976B33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6F364-9018-EE3A-0B3C-210539DF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2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E75FE-E0A4-94C5-45EC-2781995C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5571F-3ABB-6F88-56C1-1AF45B62A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2EE3-B22D-86AB-CA05-BA9B56C44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FE3C3-77C3-4548-8216-F4893374606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4C56-EB73-765E-8B7B-C33554087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3F6D-7A9E-8917-FE0D-0FE03285C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20D78-49B8-44F3-97F1-5C283868A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8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AEF2-212E-C454-7631-E7A2312B7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07/31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0DA69-897B-A2DF-2DA0-196FABEB4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</p:spTree>
    <p:extLst>
      <p:ext uri="{BB962C8B-B14F-4D97-AF65-F5344CB8AC3E}">
        <p14:creationId xmlns:p14="http://schemas.microsoft.com/office/powerpoint/2010/main" val="414043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1E97-9805-0101-9B97-4C75F1F7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F32DA-B1F2-C7C7-7BC9-3CBA2E1D9CB9}"/>
              </a:ext>
            </a:extLst>
          </p:cNvPr>
          <p:cNvSpPr txBox="1"/>
          <p:nvPr/>
        </p:nvSpPr>
        <p:spPr>
          <a:xfrm>
            <a:off x="242581" y="1422240"/>
            <a:ext cx="3658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The Study's Goal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5A012-43CE-999D-64F0-09471844E197}"/>
              </a:ext>
            </a:extLst>
          </p:cNvPr>
          <p:cNvSpPr txBox="1"/>
          <p:nvPr/>
        </p:nvSpPr>
        <p:spPr>
          <a:xfrm>
            <a:off x="242581" y="2417612"/>
            <a:ext cx="110818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 test the feasibility of using wearable sensors for at-home, continuous monitoring of Parkinson's Disease symptoms and motor fluctuations.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Core Idea:</a:t>
            </a:r>
            <a:r>
              <a:rPr lang="en-US" dirty="0"/>
              <a:t> Combine wearable sensor data with expert clinical ratings to build a rich dataset for research.</a:t>
            </a:r>
          </a:p>
        </p:txBody>
      </p:sp>
    </p:spTree>
    <p:extLst>
      <p:ext uri="{BB962C8B-B14F-4D97-AF65-F5344CB8AC3E}">
        <p14:creationId xmlns:p14="http://schemas.microsoft.com/office/powerpoint/2010/main" val="297457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55E8-C7F9-604B-8507-FCC37243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5D6A-DCD2-66B1-BC4C-3EF118F4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10DF0-1359-794B-9D70-5F1C2F76D7F1}"/>
              </a:ext>
            </a:extLst>
          </p:cNvPr>
          <p:cNvSpPr txBox="1"/>
          <p:nvPr/>
        </p:nvSpPr>
        <p:spPr>
          <a:xfrm>
            <a:off x="242581" y="1422240"/>
            <a:ext cx="6636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Study Design: A 4-Day Protocol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C0E4F-F7E3-7385-AB83-F1B39CA140B9}"/>
              </a:ext>
            </a:extLst>
          </p:cNvPr>
          <p:cNvSpPr txBox="1"/>
          <p:nvPr/>
        </p:nvSpPr>
        <p:spPr>
          <a:xfrm>
            <a:off x="242581" y="2417612"/>
            <a:ext cx="114600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hybrid approach to capture both controlled and real-world data.</a:t>
            </a:r>
          </a:p>
          <a:p>
            <a:r>
              <a:rPr lang="en-US" b="1" dirty="0"/>
              <a:t>Day 1 (In-Clinic):</a:t>
            </a:r>
            <a:r>
              <a:rPr lang="en-US" dirty="0"/>
              <a:t> Participants arrive in their medicated </a:t>
            </a:r>
            <a:r>
              <a:rPr lang="en-US" b="1" dirty="0"/>
              <a:t>'ON' state</a:t>
            </a:r>
            <a:r>
              <a:rPr lang="en-US" dirty="0"/>
              <a:t> and perform a series of scripted tasks under observation.</a:t>
            </a:r>
          </a:p>
          <a:p>
            <a:endParaRPr lang="en-US" dirty="0"/>
          </a:p>
          <a:p>
            <a:r>
              <a:rPr lang="en-US" b="1" dirty="0"/>
              <a:t>Day 2 &amp; 3 (At-Home):</a:t>
            </a:r>
            <a:r>
              <a:rPr lang="en-US" dirty="0"/>
              <a:t> Participants go about their </a:t>
            </a:r>
            <a:r>
              <a:rPr lang="en-US" b="1" dirty="0"/>
              <a:t>normal daily lives</a:t>
            </a:r>
            <a:r>
              <a:rPr lang="en-US" dirty="0"/>
              <a:t>, wearing the sensors continuously.</a:t>
            </a:r>
          </a:p>
          <a:p>
            <a:endParaRPr lang="en-US" dirty="0"/>
          </a:p>
          <a:p>
            <a:r>
              <a:rPr lang="en-US" b="1" dirty="0"/>
              <a:t>Day 4 (In-Clinic):</a:t>
            </a:r>
            <a:r>
              <a:rPr lang="en-US" dirty="0"/>
              <a:t> Participants arrive in a withheld-medication </a:t>
            </a:r>
            <a:r>
              <a:rPr lang="en-US" b="1" dirty="0"/>
              <a:t>'OFF' state</a:t>
            </a:r>
            <a:r>
              <a:rPr lang="en-US" dirty="0"/>
              <a:t>, perform the same scripted tasks, take their medication, and repeat the tasks as they transition to an 'ON' state.</a:t>
            </a:r>
          </a:p>
        </p:txBody>
      </p:sp>
    </p:spTree>
    <p:extLst>
      <p:ext uri="{BB962C8B-B14F-4D97-AF65-F5344CB8AC3E}">
        <p14:creationId xmlns:p14="http://schemas.microsoft.com/office/powerpoint/2010/main" val="396014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A2BF-F336-FF84-EBA1-781D3A7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D671-E9B7-2592-83F7-E5F7BBD1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F4D35-6A80-3FFC-C5C2-6AB852FEC159}"/>
              </a:ext>
            </a:extLst>
          </p:cNvPr>
          <p:cNvSpPr txBox="1"/>
          <p:nvPr/>
        </p:nvSpPr>
        <p:spPr>
          <a:xfrm>
            <a:off x="242581" y="1422240"/>
            <a:ext cx="8796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Who Participated and What Did They Wear?</a:t>
            </a:r>
            <a:endParaRPr lang="en-US" sz="3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7600E-0A93-B799-D0B8-8E42998F9DA0}"/>
              </a:ext>
            </a:extLst>
          </p:cNvPr>
          <p:cNvSpPr txBox="1"/>
          <p:nvPr/>
        </p:nvSpPr>
        <p:spPr>
          <a:xfrm>
            <a:off x="242581" y="2296439"/>
            <a:ext cx="112999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Participants: Individuals with Parkinson's Disease who experience motor fluctuations.</a:t>
            </a:r>
          </a:p>
          <a:p>
            <a:endParaRPr lang="en-US" dirty="0"/>
          </a:p>
          <a:p>
            <a:r>
              <a:rPr lang="en-US" b="1" dirty="0"/>
              <a:t>The Wearable Technology:</a:t>
            </a:r>
          </a:p>
          <a:p>
            <a:endParaRPr lang="en-US" dirty="0"/>
          </a:p>
          <a:p>
            <a:r>
              <a:rPr lang="en-US" dirty="0" err="1"/>
              <a:t>GENEActiv</a:t>
            </a:r>
            <a:r>
              <a:rPr lang="en-US" dirty="0"/>
              <a:t>: Accelerometer on the most affected wrist.</a:t>
            </a:r>
          </a:p>
          <a:p>
            <a:endParaRPr lang="en-US" dirty="0"/>
          </a:p>
          <a:p>
            <a:r>
              <a:rPr lang="en-US" dirty="0"/>
              <a:t>Pebble Smartwatch: On the least affected wrist.</a:t>
            </a:r>
          </a:p>
          <a:p>
            <a:endParaRPr lang="en-US" dirty="0"/>
          </a:p>
          <a:p>
            <a:r>
              <a:rPr lang="en-US" dirty="0"/>
              <a:t>Samsung Smartphone: Worn at the waist.</a:t>
            </a:r>
          </a:p>
          <a:p>
            <a:endParaRPr lang="en-US" dirty="0"/>
          </a:p>
          <a:p>
            <a:r>
              <a:rPr lang="en-US" dirty="0"/>
              <a:t>Shimmer Sensors (Boston Cohort): Additional sensors on each limb and the lower back.</a:t>
            </a:r>
          </a:p>
        </p:txBody>
      </p:sp>
    </p:spTree>
    <p:extLst>
      <p:ext uri="{BB962C8B-B14F-4D97-AF65-F5344CB8AC3E}">
        <p14:creationId xmlns:p14="http://schemas.microsoft.com/office/powerpoint/2010/main" val="276132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7934-265E-C2D4-B33C-C839401E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0486-5B2E-D945-61E7-50128521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E6630-2E21-517A-5E2F-20DBC0209FA6}"/>
              </a:ext>
            </a:extLst>
          </p:cNvPr>
          <p:cNvSpPr txBox="1"/>
          <p:nvPr/>
        </p:nvSpPr>
        <p:spPr>
          <a:xfrm>
            <a:off x="242581" y="1422240"/>
            <a:ext cx="6463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Data: What Was Collected?</a:t>
            </a:r>
            <a:endParaRPr 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DC7A8-84AE-58A4-698E-D43105F17275}"/>
              </a:ext>
            </a:extLst>
          </p:cNvPr>
          <p:cNvSpPr txBox="1"/>
          <p:nvPr/>
        </p:nvSpPr>
        <p:spPr>
          <a:xfrm>
            <a:off x="242581" y="2417612"/>
            <a:ext cx="116739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Four key types of data were gathered to create a complete picture:</a:t>
            </a:r>
          </a:p>
          <a:p>
            <a:r>
              <a:rPr lang="en-US" b="1" dirty="0"/>
              <a:t>Continuous Sensor Data:</a:t>
            </a:r>
            <a:r>
              <a:rPr lang="en-US" dirty="0"/>
              <a:t> Raw accelerometer (movement) data from all devices.</a:t>
            </a:r>
          </a:p>
          <a:p>
            <a:endParaRPr lang="en-US" dirty="0"/>
          </a:p>
          <a:p>
            <a:r>
              <a:rPr lang="en-US" b="1" dirty="0"/>
              <a:t>Clinical Scores (Ground Truth):</a:t>
            </a:r>
            <a:r>
              <a:rPr lang="en-US" dirty="0"/>
              <a:t> Expert clinicians rated tremor, bradykinesia, and dyskinesia severity (0-4 scale) during each in-clinic task.</a:t>
            </a:r>
          </a:p>
          <a:p>
            <a:endParaRPr lang="en-US" dirty="0"/>
          </a:p>
          <a:p>
            <a:r>
              <a:rPr lang="en-US" b="1" dirty="0"/>
              <a:t>Task Logs:</a:t>
            </a:r>
            <a:r>
              <a:rPr lang="en-US" dirty="0"/>
              <a:t> A detailed log of every scripted task, including precise start and end timestamps.</a:t>
            </a:r>
          </a:p>
          <a:p>
            <a:endParaRPr lang="en-US" dirty="0"/>
          </a:p>
          <a:p>
            <a:r>
              <a:rPr lang="en-US" b="1" dirty="0"/>
              <a:t>Participant Diaries:</a:t>
            </a:r>
            <a:r>
              <a:rPr lang="en-US" dirty="0"/>
              <a:t> Self-reported logs of medication timing, doses, and sleep.</a:t>
            </a:r>
          </a:p>
        </p:txBody>
      </p:sp>
    </p:spTree>
    <p:extLst>
      <p:ext uri="{BB962C8B-B14F-4D97-AF65-F5344CB8AC3E}">
        <p14:creationId xmlns:p14="http://schemas.microsoft.com/office/powerpoint/2010/main" val="95907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8863-D86D-6DA7-999F-A627C6D5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BA3C-E2D7-CCBE-C345-DB5367EE4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C178B-14A1-B5C2-0DB8-33346E4C1181}"/>
              </a:ext>
            </a:extLst>
          </p:cNvPr>
          <p:cNvSpPr txBox="1"/>
          <p:nvPr/>
        </p:nvSpPr>
        <p:spPr>
          <a:xfrm>
            <a:off x="242581" y="1422240"/>
            <a:ext cx="5784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In-Clinic: The Scripted Tasks</a:t>
            </a:r>
            <a:endParaRPr 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5F6BF-2B59-3E54-61AE-A1EC12AADD0F}"/>
              </a:ext>
            </a:extLst>
          </p:cNvPr>
          <p:cNvSpPr txBox="1"/>
          <p:nvPr/>
        </p:nvSpPr>
        <p:spPr>
          <a:xfrm>
            <a:off x="242581" y="2417612"/>
            <a:ext cx="116739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Participants performed a wide range of standardized tasks to elicit various symptoms.</a:t>
            </a:r>
          </a:p>
          <a:p>
            <a:endParaRPr lang="en-US" dirty="0"/>
          </a:p>
          <a:p>
            <a:r>
              <a:rPr lang="en-US" b="1" dirty="0"/>
              <a:t>Gait &amp; Balance:</a:t>
            </a:r>
            <a:r>
              <a:rPr lang="en-US" dirty="0"/>
              <a:t> Standing, Walking (straight, with cognitive load, up/down stairs).</a:t>
            </a:r>
          </a:p>
          <a:p>
            <a:endParaRPr lang="en-US" dirty="0"/>
          </a:p>
          <a:p>
            <a:r>
              <a:rPr lang="en-US" b="1" dirty="0"/>
              <a:t>Limb Movement:</a:t>
            </a:r>
            <a:r>
              <a:rPr lang="en-US" dirty="0"/>
              <a:t> Finger-to-nose, Alternating hand movements.</a:t>
            </a:r>
          </a:p>
          <a:p>
            <a:endParaRPr lang="en-US" dirty="0"/>
          </a:p>
          <a:p>
            <a:r>
              <a:rPr lang="en-US" b="1" dirty="0"/>
              <a:t>Activities of Daily Living (ADLs):</a:t>
            </a:r>
            <a:r>
              <a:rPr lang="en-US" dirty="0"/>
              <a:t> Drawing, Typing, Pouring water, Assembling nuts and bolts, Folding towels.</a:t>
            </a:r>
          </a:p>
        </p:txBody>
      </p:sp>
    </p:spTree>
    <p:extLst>
      <p:ext uri="{BB962C8B-B14F-4D97-AF65-F5344CB8AC3E}">
        <p14:creationId xmlns:p14="http://schemas.microsoft.com/office/powerpoint/2010/main" val="414345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01B-12F6-0394-495D-80C79CE0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EC1C-DA9A-7687-3E9F-084720F0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3E266-3B44-AD64-3758-D523E7B200C2}"/>
              </a:ext>
            </a:extLst>
          </p:cNvPr>
          <p:cNvSpPr txBox="1"/>
          <p:nvPr/>
        </p:nvSpPr>
        <p:spPr>
          <a:xfrm>
            <a:off x="242581" y="1422240"/>
            <a:ext cx="9489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the Data Fits Together: The Key to Analysis</a:t>
            </a:r>
            <a:endParaRPr 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849D1-6AE8-80E9-0DAE-D1604D034F1C}"/>
              </a:ext>
            </a:extLst>
          </p:cNvPr>
          <p:cNvSpPr txBox="1"/>
          <p:nvPr/>
        </p:nvSpPr>
        <p:spPr>
          <a:xfrm>
            <a:off x="242581" y="2417612"/>
            <a:ext cx="116739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start with the Continuous Sensor Data, a massive stream of timestamped movement readings.</a:t>
            </a:r>
          </a:p>
          <a:p>
            <a:endParaRPr lang="en-US" dirty="0"/>
          </a:p>
          <a:p>
            <a:r>
              <a:rPr lang="en-US" dirty="0"/>
              <a:t>You use the Task Log File to find the exact </a:t>
            </a:r>
            <a:r>
              <a:rPr lang="en-US" dirty="0" err="1"/>
              <a:t>start_time</a:t>
            </a:r>
            <a:r>
              <a:rPr lang="en-US" dirty="0"/>
              <a:t> and </a:t>
            </a:r>
            <a:r>
              <a:rPr lang="en-US" dirty="0" err="1"/>
              <a:t>end_time</a:t>
            </a:r>
            <a:r>
              <a:rPr lang="en-US" dirty="0"/>
              <a:t> for a specific task (e.g., "walking" from 10:31:05 to 10:31:35).</a:t>
            </a:r>
          </a:p>
          <a:p>
            <a:endParaRPr lang="en-US" dirty="0"/>
          </a:p>
          <a:p>
            <a:r>
              <a:rPr lang="en-US" dirty="0"/>
              <a:t>You extract the segment of sensor data that falls within that specific time window.</a:t>
            </a:r>
          </a:p>
          <a:p>
            <a:endParaRPr lang="en-US" dirty="0"/>
          </a:p>
          <a:p>
            <a:r>
              <a:rPr lang="en-US" dirty="0"/>
              <a:t>This extracted sensor data now has a "ground truth" label from the Clinical Scores file (e.g., tremor score = 2 for that walking task).</a:t>
            </a:r>
          </a:p>
        </p:txBody>
      </p:sp>
    </p:spTree>
    <p:extLst>
      <p:ext uri="{BB962C8B-B14F-4D97-AF65-F5344CB8AC3E}">
        <p14:creationId xmlns:p14="http://schemas.microsoft.com/office/powerpoint/2010/main" val="223883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D75A-A3A7-067C-3D28-4DB57F08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2304-72AF-8014-A29F-BEF158848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96677"/>
            <a:ext cx="10515600" cy="1325563"/>
          </a:xfrm>
        </p:spPr>
        <p:txBody>
          <a:bodyPr/>
          <a:lstStyle/>
          <a:p>
            <a:r>
              <a:rPr lang="en-US" dirty="0"/>
              <a:t>MJFF Levodopa Wearable Sensors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59872-D40E-C224-B838-F16508AD2FEE}"/>
              </a:ext>
            </a:extLst>
          </p:cNvPr>
          <p:cNvSpPr txBox="1"/>
          <p:nvPr/>
        </p:nvSpPr>
        <p:spPr>
          <a:xfrm>
            <a:off x="242581" y="1422240"/>
            <a:ext cx="4922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to Access the Data</a:t>
            </a:r>
            <a:endParaRPr 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10717-DB7B-CF49-47E8-F9DCF6BA258E}"/>
              </a:ext>
            </a:extLst>
          </p:cNvPr>
          <p:cNvSpPr txBox="1"/>
          <p:nvPr/>
        </p:nvSpPr>
        <p:spPr>
          <a:xfrm>
            <a:off x="242581" y="2375667"/>
            <a:ext cx="116739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&lt;letterhead&gt;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On (date), before me, (print signing official’s name here), personally appeared (print researcher’s name here). As an official representative of (institution), I attest that (print researcher’s name here) is personally known to me and is a member in good standing of our institution.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Signature of signing official: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Name of signing official:</a:t>
            </a:r>
            <a:br>
              <a:rPr lang="en-US" dirty="0"/>
            </a:br>
            <a:r>
              <a:rPr lang="en-US" dirty="0"/>
              <a:t>Official title of signing official:</a:t>
            </a:r>
            <a:br>
              <a:rPr lang="en-US" dirty="0"/>
            </a:br>
            <a:r>
              <a:rPr lang="en-US" dirty="0"/>
              <a:t>Contact information for signing official:</a:t>
            </a:r>
          </a:p>
        </p:txBody>
      </p:sp>
    </p:spTree>
    <p:extLst>
      <p:ext uri="{BB962C8B-B14F-4D97-AF65-F5344CB8AC3E}">
        <p14:creationId xmlns:p14="http://schemas.microsoft.com/office/powerpoint/2010/main" val="43540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1CEE-1519-A58B-84F7-67ACEA05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2523-F2B9-A2AF-B865-986D56FB7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07/31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1C8B7-E29F-5C0C-C615-405F36F78B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27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BBA5-D723-F01A-A5BE-BB62E6F9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8E024-495D-E4AD-033C-511BF3DCA7D5}"/>
              </a:ext>
            </a:extLst>
          </p:cNvPr>
          <p:cNvSpPr txBox="1"/>
          <p:nvPr/>
        </p:nvSpPr>
        <p:spPr>
          <a:xfrm>
            <a:off x="918594" y="1690688"/>
            <a:ext cx="10595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Challenge: Treating Parkinson's Disease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 Major Clinical Problem:</a:t>
            </a:r>
            <a:r>
              <a:rPr lang="en-US" dirty="0"/>
              <a:t> Parkinson's Disease (PD) is a complex neurodegenerative disorder with no cure.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Personalized Care is Crucial:</a:t>
            </a:r>
            <a:r>
              <a:rPr lang="en-US" dirty="0"/>
              <a:t> Symptoms vary widely, requiring individualized, lifelong medication plans.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Current Limitations: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Traditional methods are costly and time-consuming.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Physicians can only manage a limited number of patients effectively.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Existing AI (deep learning) models often lack interpretability and only use numerical data, ignoring crucial textual information like doctor's notes.</a:t>
            </a:r>
          </a:p>
        </p:txBody>
      </p:sp>
    </p:spTree>
    <p:extLst>
      <p:ext uri="{BB962C8B-B14F-4D97-AF65-F5344CB8AC3E}">
        <p14:creationId xmlns:p14="http://schemas.microsoft.com/office/powerpoint/2010/main" val="48730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E7113-003D-001C-2327-AAE5F40A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FCC2-71DD-76E0-C46D-F1647DE4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588DD-90B1-EEC6-B531-6B247720AEE0}"/>
              </a:ext>
            </a:extLst>
          </p:cNvPr>
          <p:cNvSpPr txBox="1"/>
          <p:nvPr/>
        </p:nvSpPr>
        <p:spPr>
          <a:xfrm>
            <a:off x="798352" y="1850079"/>
            <a:ext cx="107323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Solution: The PD-LLM Framework</a:t>
            </a:r>
          </a:p>
          <a:p>
            <a:endParaRPr lang="en-US" b="1" dirty="0"/>
          </a:p>
          <a:p>
            <a:r>
              <a:rPr lang="en-US" dirty="0"/>
              <a:t>This research introduces a novel framework called </a:t>
            </a:r>
            <a:r>
              <a:rPr lang="en-US" b="1" dirty="0"/>
              <a:t>PD-LLM</a:t>
            </a:r>
            <a:r>
              <a:rPr lang="en-US" dirty="0"/>
              <a:t> that uses Large Language Models to create personalized treatment plans for Parkinson's patients.</a:t>
            </a:r>
          </a:p>
          <a:p>
            <a:endParaRPr lang="en-US" dirty="0"/>
          </a:p>
          <a:p>
            <a:r>
              <a:rPr lang="en-US" b="1" dirty="0"/>
              <a:t>Key Idea:</a:t>
            </a:r>
            <a:r>
              <a:rPr lang="en-US" dirty="0"/>
              <a:t> Combine patient data (in natural language), medical knowledge, and advanced AI techniques to generate effective, reliable, and understandable prescriptions.</a:t>
            </a:r>
          </a:p>
        </p:txBody>
      </p:sp>
    </p:spTree>
    <p:extLst>
      <p:ext uri="{BB962C8B-B14F-4D97-AF65-F5344CB8AC3E}">
        <p14:creationId xmlns:p14="http://schemas.microsoft.com/office/powerpoint/2010/main" val="93120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6E36-3351-7931-3EBD-9C964E5E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168C-F7E5-A06B-094D-4282FCA8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2755C-722B-AC37-DDD8-9D97AB662A5E}"/>
              </a:ext>
            </a:extLst>
          </p:cNvPr>
          <p:cNvSpPr txBox="1"/>
          <p:nvPr/>
        </p:nvSpPr>
        <p:spPr>
          <a:xfrm>
            <a:off x="798352" y="1850078"/>
            <a:ext cx="105554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PD-LLM Works: Core Components</a:t>
            </a:r>
          </a:p>
          <a:p>
            <a:endParaRPr lang="en-US" b="1" dirty="0"/>
          </a:p>
          <a:p>
            <a:r>
              <a:rPr lang="en-US" dirty="0"/>
              <a:t>The framework is built on three main pillars:</a:t>
            </a:r>
          </a:p>
          <a:p>
            <a:r>
              <a:rPr lang="en-US" b="1" dirty="0"/>
              <a:t>Monte Carlo Tree Search (MCTS):</a:t>
            </a:r>
            <a:r>
              <a:rPr lang="en-US" dirty="0"/>
              <a:t> Simulates thousands of potential treatment paths to identify the most effective medication strategies, creating a robust recommendation dataset.</a:t>
            </a:r>
          </a:p>
          <a:p>
            <a:endParaRPr lang="en-US" dirty="0"/>
          </a:p>
          <a:p>
            <a:r>
              <a:rPr lang="en-US" b="1" dirty="0"/>
              <a:t>Retrieval-Augmented Generation (RAG):</a:t>
            </a:r>
            <a:r>
              <a:rPr lang="en-US" dirty="0"/>
              <a:t> The LLM retrieves similar patient cases from a knowledge base to inform its decision-making, ensuring recommendations are grounded in real-world evidence.</a:t>
            </a:r>
          </a:p>
          <a:p>
            <a:endParaRPr lang="en-US" dirty="0"/>
          </a:p>
          <a:p>
            <a:r>
              <a:rPr lang="en-US" b="1" dirty="0"/>
              <a:t>Chain-of-Thought (</a:t>
            </a:r>
            <a:r>
              <a:rPr lang="en-US" b="1" dirty="0" err="1"/>
              <a:t>CoT</a:t>
            </a:r>
            <a:r>
              <a:rPr lang="en-US" b="1" dirty="0"/>
              <a:t>) Reasoning:</a:t>
            </a:r>
            <a:r>
              <a:rPr lang="en-US" dirty="0"/>
              <a:t> The LLM provides a step-by-step explanation for its recommendations, making the decision process transparent and trustworthy for physicians and patients.</a:t>
            </a:r>
          </a:p>
        </p:txBody>
      </p:sp>
    </p:spTree>
    <p:extLst>
      <p:ext uri="{BB962C8B-B14F-4D97-AF65-F5344CB8AC3E}">
        <p14:creationId xmlns:p14="http://schemas.microsoft.com/office/powerpoint/2010/main" val="109672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FD4E-1139-34CC-85B7-ADBB5F2E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0AC7-B917-9B28-9053-4B245270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A7561-04A7-B6DA-2346-ACD842D784FA}"/>
              </a:ext>
            </a:extLst>
          </p:cNvPr>
          <p:cNvSpPr txBox="1"/>
          <p:nvPr/>
        </p:nvSpPr>
        <p:spPr>
          <a:xfrm>
            <a:off x="798352" y="1850078"/>
            <a:ext cx="107994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Workflow: From Data to Prescription</a:t>
            </a:r>
          </a:p>
          <a:p>
            <a:endParaRPr lang="en-US" b="1" dirty="0"/>
          </a:p>
          <a:p>
            <a:r>
              <a:rPr lang="en-US" dirty="0"/>
              <a:t>Here is a simplified view of the process:</a:t>
            </a:r>
          </a:p>
          <a:p>
            <a:r>
              <a:rPr lang="en-US" b="1" dirty="0"/>
              <a:t>Input:</a:t>
            </a:r>
            <a:r>
              <a:rPr lang="en-US" dirty="0"/>
              <a:t> The system takes in a new patient's information (age, gender, clinical history, symptoms).</a:t>
            </a:r>
          </a:p>
          <a:p>
            <a:r>
              <a:rPr lang="en-US" b="1" dirty="0"/>
              <a:t>Retrieval:</a:t>
            </a:r>
            <a:r>
              <a:rPr lang="en-US" dirty="0"/>
              <a:t> It searches a vector database (built from the PPMI dataset) to find the most similar historical patient cases.</a:t>
            </a:r>
          </a:p>
          <a:p>
            <a:r>
              <a:rPr lang="en-US" b="1" dirty="0"/>
              <a:t>Augmentation:</a:t>
            </a:r>
            <a:r>
              <a:rPr lang="en-US" dirty="0"/>
              <a:t> The patient's data, similar cases, and pre-computed optimal plans (from MCTS) are fed into the LLM.</a:t>
            </a:r>
          </a:p>
          <a:p>
            <a:r>
              <a:rPr lang="en-US" b="1" dirty="0"/>
              <a:t>Reasoning:</a:t>
            </a:r>
            <a:r>
              <a:rPr lang="en-US" dirty="0"/>
              <a:t> Using Chain-of-Thought, the LLM analyzes all the information, considers different factors, and formulates a plan.</a:t>
            </a:r>
          </a:p>
          <a:p>
            <a:r>
              <a:rPr lang="en-US" b="1" dirty="0"/>
              <a:t>Output:</a:t>
            </a:r>
            <a:r>
              <a:rPr lang="en-US" dirty="0"/>
              <a:t> The model generates a personalized prescription with detailed dosages, timing, and a clear explanation of its reasoning.</a:t>
            </a:r>
          </a:p>
        </p:txBody>
      </p:sp>
    </p:spTree>
    <p:extLst>
      <p:ext uri="{BB962C8B-B14F-4D97-AF65-F5344CB8AC3E}">
        <p14:creationId xmlns:p14="http://schemas.microsoft.com/office/powerpoint/2010/main" val="1943487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9D76-F9DB-9B38-D22A-CC4EB9D9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E45F-69C6-0D84-AD0E-A1D54B3C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2F87D-2916-8AE8-4D44-1D3B3CECD803}"/>
              </a:ext>
            </a:extLst>
          </p:cNvPr>
          <p:cNvSpPr txBox="1"/>
          <p:nvPr/>
        </p:nvSpPr>
        <p:spPr>
          <a:xfrm>
            <a:off x="798352" y="1850078"/>
            <a:ext cx="10799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Results: Outperforming Existing Methods</a:t>
            </a:r>
          </a:p>
          <a:p>
            <a:endParaRPr lang="en-US" b="1" dirty="0"/>
          </a:p>
          <a:p>
            <a:r>
              <a:rPr lang="en-US" dirty="0"/>
              <a:t>The PD-LLM framework was tested against traditional physician-prescribed treatments and other AI models using the real-world PPMI dataset.</a:t>
            </a:r>
          </a:p>
          <a:p>
            <a:r>
              <a:rPr lang="en-US" b="1" dirty="0"/>
              <a:t>Significant Symptom Reduction:</a:t>
            </a:r>
            <a:r>
              <a:rPr lang="en-US" dirty="0"/>
              <a:t> On average, PD-LLM reduced patient UPDRS scores (a measure of symptom severity) by </a:t>
            </a:r>
            <a:r>
              <a:rPr lang="en-US" b="1" dirty="0"/>
              <a:t>1.4 points more</a:t>
            </a:r>
            <a:r>
              <a:rPr lang="en-US" dirty="0"/>
              <a:t> than human physicians.</a:t>
            </a:r>
          </a:p>
          <a:p>
            <a:r>
              <a:rPr lang="en-US" b="1" dirty="0"/>
              <a:t>Clinically Meaningful Improvement:</a:t>
            </a:r>
            <a:r>
              <a:rPr lang="en-US" dirty="0"/>
              <a:t> Over </a:t>
            </a:r>
            <a:r>
              <a:rPr lang="en-US" b="1" dirty="0"/>
              <a:t>43% of patients</a:t>
            </a:r>
            <a:r>
              <a:rPr lang="en-US" dirty="0"/>
              <a:t> treated with the PD-LLM strategy showed significant clinical improvements.</a:t>
            </a:r>
          </a:p>
          <a:p>
            <a:r>
              <a:rPr lang="en-US" b="1" dirty="0"/>
              <a:t>Superior to other AI:</a:t>
            </a:r>
            <a:r>
              <a:rPr lang="en-US" dirty="0"/>
              <a:t> The framework significantly outperformed standard Reinforcement Learning (RL) models.</a:t>
            </a:r>
          </a:p>
        </p:txBody>
      </p:sp>
    </p:spTree>
    <p:extLst>
      <p:ext uri="{BB962C8B-B14F-4D97-AF65-F5344CB8AC3E}">
        <p14:creationId xmlns:p14="http://schemas.microsoft.com/office/powerpoint/2010/main" val="164706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9959-02FA-6498-AD82-A22FBDE0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28C7-DCBA-9BEE-9CC4-E8EA9CFF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676C2-533C-4067-4C62-56A0DAF6E4FE}"/>
              </a:ext>
            </a:extLst>
          </p:cNvPr>
          <p:cNvSpPr txBox="1"/>
          <p:nvPr/>
        </p:nvSpPr>
        <p:spPr>
          <a:xfrm>
            <a:off x="798352" y="1850078"/>
            <a:ext cx="10799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Results: Outperforming Existing Methods</a:t>
            </a:r>
          </a:p>
          <a:p>
            <a:endParaRPr lang="en-US" b="1" dirty="0"/>
          </a:p>
          <a:p>
            <a:r>
              <a:rPr lang="en-US" dirty="0"/>
              <a:t>The PD-LLM framework was tested against traditional physician-prescribed treatments and other AI models using the real-world PPMI dataset.</a:t>
            </a:r>
          </a:p>
          <a:p>
            <a:r>
              <a:rPr lang="en-US" b="1" dirty="0"/>
              <a:t>Significant Symptom Reduction:</a:t>
            </a:r>
            <a:r>
              <a:rPr lang="en-US" dirty="0"/>
              <a:t> On average, PD-LLM reduced patient UPDRS scores (a measure of symptom severity) by </a:t>
            </a:r>
            <a:r>
              <a:rPr lang="en-US" b="1" dirty="0"/>
              <a:t>1.4 points more</a:t>
            </a:r>
            <a:r>
              <a:rPr lang="en-US" dirty="0"/>
              <a:t> than human physicians.</a:t>
            </a:r>
          </a:p>
          <a:p>
            <a:r>
              <a:rPr lang="en-US" b="1" dirty="0"/>
              <a:t>Clinically Meaningful Improvement:</a:t>
            </a:r>
            <a:r>
              <a:rPr lang="en-US" dirty="0"/>
              <a:t> Over </a:t>
            </a:r>
            <a:r>
              <a:rPr lang="en-US" b="1" dirty="0"/>
              <a:t>43% of patients</a:t>
            </a:r>
            <a:r>
              <a:rPr lang="en-US" dirty="0"/>
              <a:t> treated with the PD-LLM strategy showed significant clinical improvements.</a:t>
            </a:r>
          </a:p>
          <a:p>
            <a:r>
              <a:rPr lang="en-US" b="1" dirty="0"/>
              <a:t>Superior to other AI:</a:t>
            </a:r>
            <a:r>
              <a:rPr lang="en-US" dirty="0"/>
              <a:t> The framework significantly outperformed standard Reinforcement Learning (RL) models.</a:t>
            </a:r>
          </a:p>
        </p:txBody>
      </p:sp>
    </p:spTree>
    <p:extLst>
      <p:ext uri="{BB962C8B-B14F-4D97-AF65-F5344CB8AC3E}">
        <p14:creationId xmlns:p14="http://schemas.microsoft.com/office/powerpoint/2010/main" val="2870977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C4A7A-ABE8-027B-FB97-2C0C1512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3ABD-2021-D21B-3377-E53CEC3E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FF8EA-B679-42F9-9BC5-A7FCC2CEC483}"/>
              </a:ext>
            </a:extLst>
          </p:cNvPr>
          <p:cNvSpPr txBox="1"/>
          <p:nvPr/>
        </p:nvSpPr>
        <p:spPr>
          <a:xfrm>
            <a:off x="798352" y="1850078"/>
            <a:ext cx="10799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 and Future Directions</a:t>
            </a:r>
          </a:p>
          <a:p>
            <a:r>
              <a:rPr lang="en-US" dirty="0"/>
              <a:t>This research successfully demonstrates that LLMs can be powerful tools for creating personalized, effective, and interpretable treatment plans for Parkinson's Disease.</a:t>
            </a:r>
          </a:p>
          <a:p>
            <a:r>
              <a:rPr lang="en-US" b="1" dirty="0"/>
              <a:t>Future Work:</a:t>
            </a:r>
            <a:endParaRPr lang="en-US" dirty="0"/>
          </a:p>
          <a:p>
            <a:r>
              <a:rPr lang="en-US" dirty="0"/>
              <a:t>Validate the system in larger, real-world clinical settings.</a:t>
            </a:r>
          </a:p>
          <a:p>
            <a:r>
              <a:rPr lang="en-US" dirty="0"/>
              <a:t>Explore a "multi-agent" approach where different LLMs act as specialists (neurologists, dietitians, etc.) to create even more comprehensive care plans.</a:t>
            </a:r>
          </a:p>
        </p:txBody>
      </p:sp>
    </p:spTree>
    <p:extLst>
      <p:ext uri="{BB962C8B-B14F-4D97-AF65-F5344CB8AC3E}">
        <p14:creationId xmlns:p14="http://schemas.microsoft.com/office/powerpoint/2010/main" val="3006386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22399-4A57-1A10-7EA3-5E44958EC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BBB5-5D8E-3698-1FCF-47ACA7A1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Leveraging Large Language Models </a:t>
            </a:r>
            <a:r>
              <a:rPr lang="en-US" dirty="0" err="1"/>
              <a:t>forPersonalized</a:t>
            </a:r>
            <a:r>
              <a:rPr lang="en-US" dirty="0"/>
              <a:t> Parkinson’s Disease Treatment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EDEA3A-BC7C-9BDB-C367-88817065A484}"/>
              </a:ext>
            </a:extLst>
          </p:cNvPr>
          <p:cNvSpPr txBox="1"/>
          <p:nvPr/>
        </p:nvSpPr>
        <p:spPr>
          <a:xfrm>
            <a:off x="798352" y="1850078"/>
            <a:ext cx="10799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 and Future Directions</a:t>
            </a:r>
          </a:p>
          <a:p>
            <a:r>
              <a:rPr lang="en-US" dirty="0"/>
              <a:t>This research successfully demonstrates that LLMs can be powerful tools for creating personalized, effective, and interpretable treatment plans for Parkinson's Disease.</a:t>
            </a:r>
          </a:p>
          <a:p>
            <a:r>
              <a:rPr lang="en-US" b="1" dirty="0"/>
              <a:t>Future Work:</a:t>
            </a:r>
            <a:endParaRPr lang="en-US" dirty="0"/>
          </a:p>
          <a:p>
            <a:r>
              <a:rPr lang="en-US" dirty="0"/>
              <a:t>Validate the system in larger, real-world clinical settings.</a:t>
            </a:r>
          </a:p>
          <a:p>
            <a:r>
              <a:rPr lang="en-US" dirty="0"/>
              <a:t>Explore a "multi-agent" approach where different LLMs act as specialists (neurologists, dietitians, etc.) to create even more comprehensive care plans.</a:t>
            </a:r>
          </a:p>
        </p:txBody>
      </p:sp>
    </p:spTree>
    <p:extLst>
      <p:ext uri="{BB962C8B-B14F-4D97-AF65-F5344CB8AC3E}">
        <p14:creationId xmlns:p14="http://schemas.microsoft.com/office/powerpoint/2010/main" val="1346671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A9B5-9F59-CAA4-BA49-FE79ECE3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02A3-7E66-BF8B-A2D3-F2F6BD795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07/31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39AF2-854D-5E39-0D80-62138F7C3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Turning Analysis of generated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388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1371</Words>
  <Application>Microsoft Office PowerPoint</Application>
  <PresentationFormat>Widescreen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07/31</vt:lpstr>
      <vt:lpstr>MJFF Levodopa Wearable Sensors Dataset</vt:lpstr>
      <vt:lpstr>MJFF Levodopa Wearable Sensors Dataset</vt:lpstr>
      <vt:lpstr>MJFF Levodopa Wearable Sensors Dataset</vt:lpstr>
      <vt:lpstr>MJFF Levodopa Wearable Sensors Dataset</vt:lpstr>
      <vt:lpstr>MJFF Levodopa Wearable Sensors Dataset</vt:lpstr>
      <vt:lpstr>MJFF Levodopa Wearable Sensors Dataset</vt:lpstr>
      <vt:lpstr>MJFF Levodopa Wearable Sensors Dataset</vt:lpstr>
      <vt:lpstr>07/31</vt:lpstr>
      <vt:lpstr>Leveraging Large Language Models forPersonalized Parkinson’s Disease Treatment </vt:lpstr>
      <vt:lpstr>Leveraging Large Language Models forPersonalized Parkinson’s Disease Treatment </vt:lpstr>
      <vt:lpstr>Leveraging Large Language Models forPersonalized Parkinson’s Disease Treatment </vt:lpstr>
      <vt:lpstr>Leveraging Large Language Models forPersonalized Parkinson’s Disease Treatment </vt:lpstr>
      <vt:lpstr>Leveraging Large Language Models forPersonalized Parkinson’s Disease Treatment </vt:lpstr>
      <vt:lpstr>Leveraging Large Language Models forPersonalized Parkinson’s Disease Treatment </vt:lpstr>
      <vt:lpstr>Leveraging Large Language Models forPersonalized Parkinson’s Disease Treatment </vt:lpstr>
      <vt:lpstr>Leveraging Large Language Models forPersonalized Parkinson’s Disease Treatment </vt:lpstr>
      <vt:lpstr>07/31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2025-07-31T02:37:21Z</dcterms:created>
  <dcterms:modified xsi:type="dcterms:W3CDTF">2025-07-31T20:03:10Z</dcterms:modified>
</cp:coreProperties>
</file>