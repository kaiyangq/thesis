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963C-2737-EAFC-1BDD-A0BE0779E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EEC43-DAAD-735A-BC8E-1A17914A0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962F1-A514-6246-0AB0-385638D51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9DF7-4989-44FD-9535-8A2A534D4A5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7B46A-D071-CBD1-85E8-76801E8C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F3C05-00C9-8FEE-205B-9D930DF7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731AA-0308-4ED9-8B0B-1B7DA298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4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199A7-137B-6F4A-6A3B-0BAC0F228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16CC0-399D-8025-7B9F-08D7D22FC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DFF6C-6EA6-F825-72E8-94316CAA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9DF7-4989-44FD-9535-8A2A534D4A5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F0ECE-67AB-B0F1-D298-102405277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94BF6-9E44-C3BD-B5E6-07BE34E12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731AA-0308-4ED9-8B0B-1B7DA298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74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0AD2-3C84-6394-CE14-42B02F76B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5C992-18F0-7284-7E16-99D9FEC0F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931DB-BDD6-EFA1-4C88-ED7B5CD72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9DF7-4989-44FD-9535-8A2A534D4A5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C6D8C-79D5-2699-FD9E-82B91A3F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0CFE5-7CC6-D3F3-AE40-2EFDABAD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731AA-0308-4ED9-8B0B-1B7DA298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68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839B-37C8-945C-1410-6A91CDB95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2121E-A9B8-E63C-9A22-D598100B50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959A-66A9-036B-4429-7F2C275FB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5B700-BB55-2240-7DA3-B8EC1448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9DF7-4989-44FD-9535-8A2A534D4A5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A559F-9807-5F67-41F2-51C0D3D1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3E30E-A1D0-1609-42DF-03346B35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731AA-0308-4ED9-8B0B-1B7DA298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8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28A21-3EE5-0100-C19C-EA071C8DE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ECDF4-AB62-758A-F557-2FA5827F9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E288B-D95C-67FC-E9D8-F75FF02C0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A72C02-D085-2906-730C-3C6A92385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D4ABB-AE2F-4CB8-9037-1B23BA0CE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7515AA-D9C5-6173-ADD7-909A9AA7F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9DF7-4989-44FD-9535-8A2A534D4A5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96391E-2EF9-742A-852B-118E40A1A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1CDA3-FE64-501A-DFD5-53F5FCD6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731AA-0308-4ED9-8B0B-1B7DA298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41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7D6EA-A77A-21E7-BB96-681E7AC4F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51D49F-7FFF-6A30-86C7-E170D72B1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9DF7-4989-44FD-9535-8A2A534D4A5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155044-409C-72F3-3E1D-AE4665DE9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42A0C-A24A-6BEA-D1AD-639856BE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731AA-0308-4ED9-8B0B-1B7DA298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0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C04F21-B292-8654-94CF-FB1729E20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9DF7-4989-44FD-9535-8A2A534D4A5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9B671-BC76-08F8-4293-97F90C5E9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83495-172F-ABAD-CECF-EAFD099F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731AA-0308-4ED9-8B0B-1B7DA298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67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D362F-E6B7-B831-9B48-B7FEBCE5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55D02-2723-5606-8D9B-71F8A2B55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6D004-0EDA-62AF-FEA0-F22362B8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540D5-2CA3-D42B-FF47-40271AA7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9DF7-4989-44FD-9535-8A2A534D4A5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70AC3-9B00-66F2-31AD-78E64D241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8075B-035D-4E5D-1303-604D440FB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731AA-0308-4ED9-8B0B-1B7DA298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64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E6E07-E551-29F0-E8C8-A2E40F1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D99AA9-7127-0E4E-0F5E-9C92C2D272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66A6E-3AE7-8EC9-76CA-24E9216AB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FC53E-A8FA-8CF9-B486-79B608BA5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9DF7-4989-44FD-9535-8A2A534D4A5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0A486-7FB7-6842-E3F3-5C8DE6BCE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F1406-4029-E954-E520-5F1A98C7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731AA-0308-4ED9-8B0B-1B7DA298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70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BEEC-91C5-6CA5-58F1-55F57FEBC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FD9BB-4EEF-DAF6-4F55-C14B915FA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C6C0E-2A5C-EF33-9EDB-3F08A2FD6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9DF7-4989-44FD-9535-8A2A534D4A5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3DFE3-9187-5BB7-323F-DF54B585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41493-9656-203E-DC24-E953E09A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731AA-0308-4ED9-8B0B-1B7DA298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6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D23F84-3B06-178A-7123-AEC336410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B6D82-C3BC-0715-34A2-DE904DDCD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DF700-73A4-F5F5-38BF-6431B2D2D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9DF7-4989-44FD-9535-8A2A534D4A5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AF238-F790-7097-B0A6-24B987DF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5E632-65C9-CA39-D56E-4C7366A3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731AA-0308-4ED9-8B0B-1B7DA298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83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0AD141-4D5F-E302-AC7D-812AFFDCD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4386-652C-A37F-5AAD-D2DEB312C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338CC-B531-8C43-BF44-0B401C641C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FE9DF7-4989-44FD-9535-8A2A534D4A5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4FF76-E0B1-1133-86BC-687608D7E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AE393-DD4E-5174-271E-2823037D2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1731AA-0308-4ED9-8B0B-1B7DA298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2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92D63-DA02-AACB-56A2-474F2A0C36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10/09</a:t>
            </a:r>
          </a:p>
        </p:txBody>
      </p:sp>
    </p:spTree>
    <p:extLst>
      <p:ext uri="{BB962C8B-B14F-4D97-AF65-F5344CB8AC3E}">
        <p14:creationId xmlns:p14="http://schemas.microsoft.com/office/powerpoint/2010/main" val="1777297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8A2975-75BC-E9E5-71FA-EB72BE276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0187" y="130833"/>
            <a:ext cx="7963709" cy="644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9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8430A0-5848-F98A-BED6-89B355AF6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7515" y="184698"/>
            <a:ext cx="8391728" cy="648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48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76824B-337C-7DFD-390D-89505C2094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388" y="214008"/>
            <a:ext cx="8291667" cy="656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56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6C3710-A832-F852-F266-3EFE57EB8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4368" y="102919"/>
            <a:ext cx="8726160" cy="665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9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728335-8145-8536-8B24-7C65B3EEC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2427" y="165693"/>
            <a:ext cx="8450330" cy="66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92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8825C7-EDEB-C16F-6907-BC172E886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9462" y="162128"/>
            <a:ext cx="8279832" cy="640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29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B3BD7D-524E-3355-0BA3-03B94D23B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7119" y="324255"/>
            <a:ext cx="7707077" cy="623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46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F53254-921E-D1A0-706B-431B6900B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0859" y="218331"/>
            <a:ext cx="8482690" cy="642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90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08FC9C-9A40-385B-8141-F51978DEE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3753" y="175971"/>
            <a:ext cx="7942273" cy="650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88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10/09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Kaiyang</dc:creator>
  <cp:lastModifiedBy>Qian, Kaiyang</cp:lastModifiedBy>
  <cp:revision>1</cp:revision>
  <dcterms:created xsi:type="dcterms:W3CDTF">2025-10-09T20:35:50Z</dcterms:created>
  <dcterms:modified xsi:type="dcterms:W3CDTF">2025-10-09T20:42:05Z</dcterms:modified>
</cp:coreProperties>
</file>