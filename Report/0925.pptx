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4DB4CE-7450-4213-BDFF-5DCEF61166BF}" v="5" dt="2025-09-25T19:56:49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ian, Kaiyang" userId="b75c2dfd-7087-4e6d-8294-e848e36bd412" providerId="ADAL" clId="{E53DFDB7-3F2B-4A7B-A399-369D1EE68F4F}"/>
    <pc:docChg chg="undo custSel addSld modSld">
      <pc:chgData name="Qian, Kaiyang" userId="b75c2dfd-7087-4e6d-8294-e848e36bd412" providerId="ADAL" clId="{E53DFDB7-3F2B-4A7B-A399-369D1EE68F4F}" dt="2025-09-25T20:10:20.585" v="91" actId="1076"/>
      <pc:docMkLst>
        <pc:docMk/>
      </pc:docMkLst>
      <pc:sldChg chg="delSp modSp mod">
        <pc:chgData name="Qian, Kaiyang" userId="b75c2dfd-7087-4e6d-8294-e848e36bd412" providerId="ADAL" clId="{E53DFDB7-3F2B-4A7B-A399-369D1EE68F4F}" dt="2025-09-25T19:54:17.450" v="5" actId="478"/>
        <pc:sldMkLst>
          <pc:docMk/>
          <pc:sldMk cId="2567327738" sldId="256"/>
        </pc:sldMkLst>
        <pc:spChg chg="mod">
          <ac:chgData name="Qian, Kaiyang" userId="b75c2dfd-7087-4e6d-8294-e848e36bd412" providerId="ADAL" clId="{E53DFDB7-3F2B-4A7B-A399-369D1EE68F4F}" dt="2025-09-25T19:54:13.704" v="4" actId="20577"/>
          <ac:spMkLst>
            <pc:docMk/>
            <pc:sldMk cId="2567327738" sldId="256"/>
            <ac:spMk id="2" creationId="{0CC2B264-DE63-749D-BA63-741693AFCF5B}"/>
          </ac:spMkLst>
        </pc:spChg>
        <pc:spChg chg="del">
          <ac:chgData name="Qian, Kaiyang" userId="b75c2dfd-7087-4e6d-8294-e848e36bd412" providerId="ADAL" clId="{E53DFDB7-3F2B-4A7B-A399-369D1EE68F4F}" dt="2025-09-25T19:54:17.450" v="5" actId="478"/>
          <ac:spMkLst>
            <pc:docMk/>
            <pc:sldMk cId="2567327738" sldId="256"/>
            <ac:spMk id="3" creationId="{E81F7FC2-242B-6D84-E99B-195E6E2BA21A}"/>
          </ac:spMkLst>
        </pc:spChg>
      </pc:sldChg>
      <pc:sldChg chg="addSp delSp modSp new mod">
        <pc:chgData name="Qian, Kaiyang" userId="b75c2dfd-7087-4e6d-8294-e848e36bd412" providerId="ADAL" clId="{E53DFDB7-3F2B-4A7B-A399-369D1EE68F4F}" dt="2025-09-25T19:57:07.912" v="88" actId="1076"/>
        <pc:sldMkLst>
          <pc:docMk/>
          <pc:sldMk cId="2182850529" sldId="257"/>
        </pc:sldMkLst>
        <pc:spChg chg="mod">
          <ac:chgData name="Qian, Kaiyang" userId="b75c2dfd-7087-4e6d-8294-e848e36bd412" providerId="ADAL" clId="{E53DFDB7-3F2B-4A7B-A399-369D1EE68F4F}" dt="2025-09-25T19:57:03.283" v="85" actId="1076"/>
          <ac:spMkLst>
            <pc:docMk/>
            <pc:sldMk cId="2182850529" sldId="257"/>
            <ac:spMk id="2" creationId="{FEBBF0D8-F29A-5E62-C15B-89F1AF568C57}"/>
          </ac:spMkLst>
        </pc:spChg>
        <pc:spChg chg="del">
          <ac:chgData name="Qian, Kaiyang" userId="b75c2dfd-7087-4e6d-8294-e848e36bd412" providerId="ADAL" clId="{E53DFDB7-3F2B-4A7B-A399-369D1EE68F4F}" dt="2025-09-25T19:54:42.525" v="7" actId="22"/>
          <ac:spMkLst>
            <pc:docMk/>
            <pc:sldMk cId="2182850529" sldId="257"/>
            <ac:spMk id="3" creationId="{7E2A8DC8-46CC-3733-B0EB-E6B7621FF1E6}"/>
          </ac:spMkLst>
        </pc:spChg>
        <pc:picChg chg="add mod ord">
          <ac:chgData name="Qian, Kaiyang" userId="b75c2dfd-7087-4e6d-8294-e848e36bd412" providerId="ADAL" clId="{E53DFDB7-3F2B-4A7B-A399-369D1EE68F4F}" dt="2025-09-25T19:57:07.912" v="88" actId="1076"/>
          <ac:picMkLst>
            <pc:docMk/>
            <pc:sldMk cId="2182850529" sldId="257"/>
            <ac:picMk id="5" creationId="{113ADB86-C791-8362-E952-4D3C0AC20D48}"/>
          </ac:picMkLst>
        </pc:picChg>
        <pc:picChg chg="add mod">
          <ac:chgData name="Qian, Kaiyang" userId="b75c2dfd-7087-4e6d-8294-e848e36bd412" providerId="ADAL" clId="{E53DFDB7-3F2B-4A7B-A399-369D1EE68F4F}" dt="2025-09-25T19:57:06.434" v="87" actId="1076"/>
          <ac:picMkLst>
            <pc:docMk/>
            <pc:sldMk cId="2182850529" sldId="257"/>
            <ac:picMk id="7" creationId="{CF03E4EA-03CA-00E0-A5AC-68D1BCDBC0C6}"/>
          </ac:picMkLst>
        </pc:picChg>
      </pc:sldChg>
      <pc:sldChg chg="addSp delSp modSp new mod">
        <pc:chgData name="Qian, Kaiyang" userId="b75c2dfd-7087-4e6d-8294-e848e36bd412" providerId="ADAL" clId="{E53DFDB7-3F2B-4A7B-A399-369D1EE68F4F}" dt="2025-09-25T20:10:20.585" v="91" actId="1076"/>
        <pc:sldMkLst>
          <pc:docMk/>
          <pc:sldMk cId="3053004869" sldId="258"/>
        </pc:sldMkLst>
        <pc:spChg chg="mod">
          <ac:chgData name="Qian, Kaiyang" userId="b75c2dfd-7087-4e6d-8294-e848e36bd412" providerId="ADAL" clId="{E53DFDB7-3F2B-4A7B-A399-369D1EE68F4F}" dt="2025-09-25T19:56:39.288" v="67" actId="20577"/>
          <ac:spMkLst>
            <pc:docMk/>
            <pc:sldMk cId="3053004869" sldId="258"/>
            <ac:spMk id="2" creationId="{7C9E0439-8598-E609-64A3-34CDD01BE7A0}"/>
          </ac:spMkLst>
        </pc:spChg>
        <pc:spChg chg="del">
          <ac:chgData name="Qian, Kaiyang" userId="b75c2dfd-7087-4e6d-8294-e848e36bd412" providerId="ADAL" clId="{E53DFDB7-3F2B-4A7B-A399-369D1EE68F4F}" dt="2025-09-25T19:55:53.772" v="30" actId="22"/>
          <ac:spMkLst>
            <pc:docMk/>
            <pc:sldMk cId="3053004869" sldId="258"/>
            <ac:spMk id="3" creationId="{A80E8498-9015-C32D-60E7-DC52A2846856}"/>
          </ac:spMkLst>
        </pc:spChg>
        <pc:picChg chg="add mod ord">
          <ac:chgData name="Qian, Kaiyang" userId="b75c2dfd-7087-4e6d-8294-e848e36bd412" providerId="ADAL" clId="{E53DFDB7-3F2B-4A7B-A399-369D1EE68F4F}" dt="2025-09-25T20:10:17.512" v="90" actId="1076"/>
          <ac:picMkLst>
            <pc:docMk/>
            <pc:sldMk cId="3053004869" sldId="258"/>
            <ac:picMk id="5" creationId="{8430713A-3138-DAA0-9406-093A43CDEF3A}"/>
          </ac:picMkLst>
        </pc:picChg>
        <pc:picChg chg="add mod">
          <ac:chgData name="Qian, Kaiyang" userId="b75c2dfd-7087-4e6d-8294-e848e36bd412" providerId="ADAL" clId="{E53DFDB7-3F2B-4A7B-A399-369D1EE68F4F}" dt="2025-09-25T20:10:20.585" v="91" actId="1076"/>
          <ac:picMkLst>
            <pc:docMk/>
            <pc:sldMk cId="3053004869" sldId="258"/>
            <ac:picMk id="7" creationId="{AFDC6AA9-69AC-D74F-503C-52BC3F5CC89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4B88D-37C9-2098-2408-0833C90692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D9CAB-0C4E-5359-E8D0-D18A7E559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7FCB1-005B-0842-BECD-593E60AB9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91B-31E9-44CC-ADEB-5E2AF1B0287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503CE-665A-0849-A528-05F80CC87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E8AF8-F7C0-3ACA-1F73-196B2AE54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09C1-8C33-4E67-B943-7B6EA497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494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3F483-43F3-783A-2D3E-4D97093AF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8B114-9944-1310-0648-175D1F39F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2D80B-98B7-9108-187F-80CA257B9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91B-31E9-44CC-ADEB-5E2AF1B0287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5AF2E-009B-45D7-C40B-A16AFB419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C74DB-4496-ADE9-5321-07FCBCB30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09C1-8C33-4E67-B943-7B6EA497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53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67ED0-7C54-8C74-5D73-B888D980D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28BC6-B30C-50AF-9CE6-E44F4541E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E9FD3-DB68-5637-F943-9D6FA523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91B-31E9-44CC-ADEB-5E2AF1B0287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CB62A-5CE3-19F7-62A4-BFA88510E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E76B5-C20F-DCEC-C309-FFA80C26A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09C1-8C33-4E67-B943-7B6EA497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709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1EF9-0742-69F0-499F-D2EAFC5B7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130C4-D3EF-7CB7-6D3D-CD103DB3E0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78640-DB5B-5745-3C5E-75CEF55BC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855DD-2C0C-ACD4-2F3C-F56016EA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91B-31E9-44CC-ADEB-5E2AF1B0287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B18325-2291-BA82-DD7C-FAE464473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19FE8-D011-0C92-944C-DE01FDD5C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09C1-8C33-4E67-B943-7B6EA497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710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C965F-FC79-624B-0737-3FD1E5BBF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7000B-6DB2-99E4-C239-C4CE75C21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2A363-0F83-3D73-4F49-F27B94EC7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90009C-2A13-4434-745A-0F89CE9AC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8466DA-3F6D-F661-2850-2C5D3B9CDF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E3C3D6-69A5-5774-F4B3-0183F59B3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91B-31E9-44CC-ADEB-5E2AF1B0287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F48465-4680-8CBE-E4E4-AA7CB435A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7B7C28-2BBD-7FAA-60D2-67AD38CFF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09C1-8C33-4E67-B943-7B6EA497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203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43BB0-2703-AB4C-A360-05991A92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656B65-2DCE-99DF-2928-99414F730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91B-31E9-44CC-ADEB-5E2AF1B0287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298264-8C9B-D7E7-DED6-B61A05CD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AD5C2B-012B-0CEE-432F-679DEB22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09C1-8C33-4E67-B943-7B6EA497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20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3B048A-22D1-5B38-5253-387B15F6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91B-31E9-44CC-ADEB-5E2AF1B0287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876725-095D-34E6-856B-D86A3302F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6DF57-9553-F9CD-2E51-9B636E6B3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09C1-8C33-4E67-B943-7B6EA497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68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B3E62-D057-B665-80BF-3530FB047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2B9DF-8693-73B3-2565-72DEE76C4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C67AF-D7BA-D6D9-59A6-B1C667D42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6ED34-CD3E-35D8-A0DF-8B0E64902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91B-31E9-44CC-ADEB-5E2AF1B0287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55331-A361-81A2-2EB7-29A6D7B28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D624F-7803-E945-F448-E818936E6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09C1-8C33-4E67-B943-7B6EA497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84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9A39B-0D38-994A-D617-C0589FAB3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901720-8EDC-65F5-399D-192ED85DCE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0456C6-1870-D6B5-E908-305F774C7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2F319-4260-397A-28BA-E5C16272E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91B-31E9-44CC-ADEB-5E2AF1B0287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6D936-345A-DAB4-C8C9-498693C1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A68DA-2C5E-C92C-AA85-BFBF0E1FA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09C1-8C33-4E67-B943-7B6EA497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10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BC52A-9008-DFFD-F330-36C23A5E0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BAD24-05BD-D4B3-3614-4AB0AB1DD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CC0EE-8780-F714-8623-BE07CF32F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91B-31E9-44CC-ADEB-5E2AF1B0287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A7269-32CF-D809-420C-8C85C6895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BFDC3-0254-643D-6BAB-81905377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09C1-8C33-4E67-B943-7B6EA497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280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DA0DD9-EE02-FDB3-7EA0-81DEDFDF44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40D64C-8ACA-92E0-ED79-B79D87B7E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FE491-1CFA-6BF5-64F3-FDD462768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91B-31E9-44CC-ADEB-5E2AF1B0287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591B6-40E5-D3A7-EACD-7C509CB66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BDB9C-CA89-90FC-1FC0-1DFC262C9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09C1-8C33-4E67-B943-7B6EA497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00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858296-2FF1-A2E8-A147-E4E422971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C368C-9D99-4DC7-7B3A-13C124F51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AE4C6-6481-9E42-27ED-58CACFC36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14C91B-31E9-44CC-ADEB-5E2AF1B0287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547D5-A50B-221B-5138-0F381453F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E8ED0-F055-EF66-440D-2E296134B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A209C1-8C33-4E67-B943-7B6EA497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11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2B264-DE63-749D-BA63-741693AFC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09/25</a:t>
            </a:r>
          </a:p>
        </p:txBody>
      </p:sp>
    </p:spTree>
    <p:extLst>
      <p:ext uri="{BB962C8B-B14F-4D97-AF65-F5344CB8AC3E}">
        <p14:creationId xmlns:p14="http://schemas.microsoft.com/office/powerpoint/2010/main" val="256732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BF0D8-F29A-5E62-C15B-89F1AF568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65" y="91249"/>
            <a:ext cx="10515600" cy="1325563"/>
          </a:xfrm>
        </p:spPr>
        <p:txBody>
          <a:bodyPr/>
          <a:lstStyle/>
          <a:p>
            <a:r>
              <a:rPr lang="en-US" altLang="zh-CN" dirty="0"/>
              <a:t>Control vs </a:t>
            </a:r>
            <a:r>
              <a:rPr lang="en-US" altLang="zh-CN" dirty="0" err="1"/>
              <a:t>PD_ON_Med</a:t>
            </a:r>
            <a:r>
              <a:rPr lang="en-US" altLang="zh-CN" dirty="0"/>
              <a:t>  vs </a:t>
            </a:r>
            <a:r>
              <a:rPr lang="en-US" altLang="zh-CN" dirty="0" err="1"/>
              <a:t>PD_Off_Med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3ADB86-C791-8362-E952-4D3C0AC20D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21942" y="2668233"/>
            <a:ext cx="5217053" cy="29831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03E4EA-03CA-00E0-A5AC-68D1BCDBC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21" y="1473213"/>
            <a:ext cx="5868100" cy="517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850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E0439-8598-E609-64A3-34CDD01B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94" y="82737"/>
            <a:ext cx="10515600" cy="1325563"/>
          </a:xfrm>
        </p:spPr>
        <p:txBody>
          <a:bodyPr/>
          <a:lstStyle/>
          <a:p>
            <a:r>
              <a:rPr lang="en-US" altLang="zh-CN" dirty="0" err="1"/>
              <a:t>PD_ON_Med</a:t>
            </a:r>
            <a:r>
              <a:rPr lang="en-US" altLang="zh-CN" dirty="0"/>
              <a:t>  vs </a:t>
            </a:r>
            <a:r>
              <a:rPr lang="en-US" altLang="zh-CN" dirty="0" err="1"/>
              <a:t>PD_Off_Med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30713A-3138-DAA0-9406-093A43CDEF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694" y="1598034"/>
            <a:ext cx="5672364" cy="4860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DC6AA9-69AC-D74F-503C-52BC3F5CC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534" y="2432689"/>
            <a:ext cx="5314607" cy="297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004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25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09/25</vt:lpstr>
      <vt:lpstr>Control vs PD_ON_Med  vs PD_Off_Med</vt:lpstr>
      <vt:lpstr>PD_ON_Med  vs PD_Off_Med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Qian, Kaiyang</dc:creator>
  <cp:lastModifiedBy>Qian, Kaiyang</cp:lastModifiedBy>
  <cp:revision>1</cp:revision>
  <dcterms:created xsi:type="dcterms:W3CDTF">2025-09-25T19:53:50Z</dcterms:created>
  <dcterms:modified xsi:type="dcterms:W3CDTF">2025-09-25T20:10:26Z</dcterms:modified>
</cp:coreProperties>
</file>