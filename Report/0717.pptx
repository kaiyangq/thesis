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1DBA19-532E-4661-B5C2-2494E0A6CD0E}" v="47" dt="2025-07-17T20:12:13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D41DBA19-532E-4661-B5C2-2494E0A6CD0E}"/>
    <pc:docChg chg="custSel addSld modSld">
      <pc:chgData name="Qian, Kaiyang" userId="b75c2dfd-7087-4e6d-8294-e848e36bd412" providerId="ADAL" clId="{D41DBA19-532E-4661-B5C2-2494E0A6CD0E}" dt="2025-07-17T19:56:30.137" v="177" actId="1076"/>
      <pc:docMkLst>
        <pc:docMk/>
      </pc:docMkLst>
      <pc:sldChg chg="addSp modSp mod">
        <pc:chgData name="Qian, Kaiyang" userId="b75c2dfd-7087-4e6d-8294-e848e36bd412" providerId="ADAL" clId="{D41DBA19-532E-4661-B5C2-2494E0A6CD0E}" dt="2025-07-17T19:26:26.171" v="28" actId="1076"/>
        <pc:sldMkLst>
          <pc:docMk/>
          <pc:sldMk cId="3234749288" sldId="256"/>
        </pc:sldMkLst>
        <pc:spChg chg="mod">
          <ac:chgData name="Qian, Kaiyang" userId="b75c2dfd-7087-4e6d-8294-e848e36bd412" providerId="ADAL" clId="{D41DBA19-532E-4661-B5C2-2494E0A6CD0E}" dt="2025-07-17T19:25:53.603" v="0"/>
          <ac:spMkLst>
            <pc:docMk/>
            <pc:sldMk cId="3234749288" sldId="256"/>
            <ac:spMk id="2" creationId="{B4D33CF3-B266-234C-6889-D89E71E318CB}"/>
          </ac:spMkLst>
        </pc:spChg>
        <pc:spChg chg="mod">
          <ac:chgData name="Qian, Kaiyang" userId="b75c2dfd-7087-4e6d-8294-e848e36bd412" providerId="ADAL" clId="{D41DBA19-532E-4661-B5C2-2494E0A6CD0E}" dt="2025-07-17T19:26:02.045" v="1"/>
          <ac:spMkLst>
            <pc:docMk/>
            <pc:sldMk cId="3234749288" sldId="256"/>
            <ac:spMk id="3" creationId="{D6B18A27-A352-23CA-0231-5AB5C364D41F}"/>
          </ac:spMkLst>
        </pc:spChg>
        <pc:spChg chg="add mod">
          <ac:chgData name="Qian, Kaiyang" userId="b75c2dfd-7087-4e6d-8294-e848e36bd412" providerId="ADAL" clId="{D41DBA19-532E-4661-B5C2-2494E0A6CD0E}" dt="2025-07-17T19:26:26.171" v="28" actId="1076"/>
          <ac:spMkLst>
            <pc:docMk/>
            <pc:sldMk cId="3234749288" sldId="256"/>
            <ac:spMk id="4" creationId="{55202E3B-41A9-8E9A-0DB0-D978047CB919}"/>
          </ac:spMkLst>
        </pc:spChg>
      </pc:sldChg>
      <pc:sldChg chg="addSp delSp modSp new mod">
        <pc:chgData name="Qian, Kaiyang" userId="b75c2dfd-7087-4e6d-8294-e848e36bd412" providerId="ADAL" clId="{D41DBA19-532E-4661-B5C2-2494E0A6CD0E}" dt="2025-07-17T19:56:30.137" v="177" actId="1076"/>
        <pc:sldMkLst>
          <pc:docMk/>
          <pc:sldMk cId="2572749485" sldId="257"/>
        </pc:sldMkLst>
        <pc:spChg chg="mod">
          <ac:chgData name="Qian, Kaiyang" userId="b75c2dfd-7087-4e6d-8294-e848e36bd412" providerId="ADAL" clId="{D41DBA19-532E-4661-B5C2-2494E0A6CD0E}" dt="2025-07-17T19:26:51.921" v="32" actId="20577"/>
          <ac:spMkLst>
            <pc:docMk/>
            <pc:sldMk cId="2572749485" sldId="257"/>
            <ac:spMk id="2" creationId="{73012870-0981-3D76-8530-B36339E522FE}"/>
          </ac:spMkLst>
        </pc:spChg>
        <pc:spChg chg="del">
          <ac:chgData name="Qian, Kaiyang" userId="b75c2dfd-7087-4e6d-8294-e848e36bd412" providerId="ADAL" clId="{D41DBA19-532E-4661-B5C2-2494E0A6CD0E}" dt="2025-07-17T19:27:09.959" v="33"/>
          <ac:spMkLst>
            <pc:docMk/>
            <pc:sldMk cId="2572749485" sldId="257"/>
            <ac:spMk id="3" creationId="{00274C8B-3EE1-F4A3-B66B-9BE50B5E76C5}"/>
          </ac:spMkLst>
        </pc:spChg>
        <pc:spChg chg="add mod">
          <ac:chgData name="Qian, Kaiyang" userId="b75c2dfd-7087-4e6d-8294-e848e36bd412" providerId="ADAL" clId="{D41DBA19-532E-4661-B5C2-2494E0A6CD0E}" dt="2025-07-17T19:56:30.137" v="177" actId="1076"/>
          <ac:spMkLst>
            <pc:docMk/>
            <pc:sldMk cId="2572749485" sldId="257"/>
            <ac:spMk id="4" creationId="{F7174181-FFCD-9F4D-73E5-F6FB9EC6278B}"/>
          </ac:spMkLst>
        </pc:spChg>
      </pc:sldChg>
      <pc:sldChg chg="modSp new">
        <pc:chgData name="Qian, Kaiyang" userId="b75c2dfd-7087-4e6d-8294-e848e36bd412" providerId="ADAL" clId="{D41DBA19-532E-4661-B5C2-2494E0A6CD0E}" dt="2025-07-17T19:27:57.303" v="45"/>
        <pc:sldMkLst>
          <pc:docMk/>
          <pc:sldMk cId="3382867928" sldId="258"/>
        </pc:sldMkLst>
        <pc:spChg chg="mod">
          <ac:chgData name="Qian, Kaiyang" userId="b75c2dfd-7087-4e6d-8294-e848e36bd412" providerId="ADAL" clId="{D41DBA19-532E-4661-B5C2-2494E0A6CD0E}" dt="2025-07-17T19:27:57.303" v="45"/>
          <ac:spMkLst>
            <pc:docMk/>
            <pc:sldMk cId="3382867928" sldId="258"/>
            <ac:spMk id="2" creationId="{A216F08F-3911-4601-E89F-FCE0BE6A4970}"/>
          </ac:spMkLst>
        </pc:spChg>
        <pc:spChg chg="mod">
          <ac:chgData name="Qian, Kaiyang" userId="b75c2dfd-7087-4e6d-8294-e848e36bd412" providerId="ADAL" clId="{D41DBA19-532E-4661-B5C2-2494E0A6CD0E}" dt="2025-07-17T19:27:52.683" v="44"/>
          <ac:spMkLst>
            <pc:docMk/>
            <pc:sldMk cId="3382867928" sldId="258"/>
            <ac:spMk id="3" creationId="{3A2284C8-926F-1E73-31BF-F9D976B99FDB}"/>
          </ac:spMkLst>
        </pc:spChg>
      </pc:sldChg>
      <pc:sldChg chg="addSp delSp modSp new mod">
        <pc:chgData name="Qian, Kaiyang" userId="b75c2dfd-7087-4e6d-8294-e848e36bd412" providerId="ADAL" clId="{D41DBA19-532E-4661-B5C2-2494E0A6CD0E}" dt="2025-07-17T19:30:41.362" v="58" actId="1076"/>
        <pc:sldMkLst>
          <pc:docMk/>
          <pc:sldMk cId="1194792441" sldId="259"/>
        </pc:sldMkLst>
        <pc:spChg chg="mod">
          <ac:chgData name="Qian, Kaiyang" userId="b75c2dfd-7087-4e6d-8294-e848e36bd412" providerId="ADAL" clId="{D41DBA19-532E-4661-B5C2-2494E0A6CD0E}" dt="2025-07-17T19:29:48.814" v="54"/>
          <ac:spMkLst>
            <pc:docMk/>
            <pc:sldMk cId="1194792441" sldId="259"/>
            <ac:spMk id="2" creationId="{010F0F5A-C3BF-3FEE-F452-01353AF07021}"/>
          </ac:spMkLst>
        </pc:spChg>
        <pc:spChg chg="del mod">
          <ac:chgData name="Qian, Kaiyang" userId="b75c2dfd-7087-4e6d-8294-e848e36bd412" providerId="ADAL" clId="{D41DBA19-532E-4661-B5C2-2494E0A6CD0E}" dt="2025-07-17T19:29:36.380" v="52" actId="22"/>
          <ac:spMkLst>
            <pc:docMk/>
            <pc:sldMk cId="1194792441" sldId="259"/>
            <ac:spMk id="3" creationId="{7BBAD21E-069D-E7BB-FB40-32228F67D3B0}"/>
          </ac:spMkLst>
        </pc:spChg>
        <pc:picChg chg="add mod ord">
          <ac:chgData name="Qian, Kaiyang" userId="b75c2dfd-7087-4e6d-8294-e848e36bd412" providerId="ADAL" clId="{D41DBA19-532E-4661-B5C2-2494E0A6CD0E}" dt="2025-07-17T19:29:38.017" v="53" actId="1076"/>
          <ac:picMkLst>
            <pc:docMk/>
            <pc:sldMk cId="1194792441" sldId="259"/>
            <ac:picMk id="5" creationId="{ADA0B50C-AA26-BD01-605F-EEB288C430F4}"/>
          </ac:picMkLst>
        </pc:picChg>
        <pc:picChg chg="add mod">
          <ac:chgData name="Qian, Kaiyang" userId="b75c2dfd-7087-4e6d-8294-e848e36bd412" providerId="ADAL" clId="{D41DBA19-532E-4661-B5C2-2494E0A6CD0E}" dt="2025-07-17T19:30:41.362" v="58" actId="1076"/>
          <ac:picMkLst>
            <pc:docMk/>
            <pc:sldMk cId="1194792441" sldId="259"/>
            <ac:picMk id="7" creationId="{FE168EFA-7EA2-27DF-7C63-E8C99D3C5586}"/>
          </ac:picMkLst>
        </pc:picChg>
      </pc:sldChg>
      <pc:sldChg chg="addSp delSp modSp new mod">
        <pc:chgData name="Qian, Kaiyang" userId="b75c2dfd-7087-4e6d-8294-e848e36bd412" providerId="ADAL" clId="{D41DBA19-532E-4661-B5C2-2494E0A6CD0E}" dt="2025-07-17T19:35:25.266" v="144" actId="20577"/>
        <pc:sldMkLst>
          <pc:docMk/>
          <pc:sldMk cId="2796588483" sldId="260"/>
        </pc:sldMkLst>
        <pc:spChg chg="mod">
          <ac:chgData name="Qian, Kaiyang" userId="b75c2dfd-7087-4e6d-8294-e848e36bd412" providerId="ADAL" clId="{D41DBA19-532E-4661-B5C2-2494E0A6CD0E}" dt="2025-07-17T19:32:38.789" v="78" actId="1076"/>
          <ac:spMkLst>
            <pc:docMk/>
            <pc:sldMk cId="2796588483" sldId="260"/>
            <ac:spMk id="2" creationId="{77A1B7A8-331D-F0C0-18AA-0E7FD6E96860}"/>
          </ac:spMkLst>
        </pc:spChg>
        <pc:spChg chg="del">
          <ac:chgData name="Qian, Kaiyang" userId="b75c2dfd-7087-4e6d-8294-e848e36bd412" providerId="ADAL" clId="{D41DBA19-532E-4661-B5C2-2494E0A6CD0E}" dt="2025-07-17T19:31:34.114" v="61"/>
          <ac:spMkLst>
            <pc:docMk/>
            <pc:sldMk cId="2796588483" sldId="260"/>
            <ac:spMk id="3" creationId="{67A4158B-D1CA-BD1B-B490-64C3A7FEA755}"/>
          </ac:spMkLst>
        </pc:spChg>
        <pc:spChg chg="add mod">
          <ac:chgData name="Qian, Kaiyang" userId="b75c2dfd-7087-4e6d-8294-e848e36bd412" providerId="ADAL" clId="{D41DBA19-532E-4661-B5C2-2494E0A6CD0E}" dt="2025-07-17T19:35:25.266" v="144" actId="20577"/>
          <ac:spMkLst>
            <pc:docMk/>
            <pc:sldMk cId="2796588483" sldId="260"/>
            <ac:spMk id="4" creationId="{063F2F08-DA23-2282-1A8B-825EC5E88E5C}"/>
          </ac:spMkLst>
        </pc:spChg>
        <pc:graphicFrameChg chg="add mod">
          <ac:chgData name="Qian, Kaiyang" userId="b75c2dfd-7087-4e6d-8294-e848e36bd412" providerId="ADAL" clId="{D41DBA19-532E-4661-B5C2-2494E0A6CD0E}" dt="2025-07-17T19:32:47.049" v="82" actId="1076"/>
          <ac:graphicFrameMkLst>
            <pc:docMk/>
            <pc:sldMk cId="2796588483" sldId="260"/>
            <ac:graphicFrameMk id="5" creationId="{5D90C05D-3A9F-CB1E-4F85-AD38D5764B47}"/>
          </ac:graphicFrameMkLst>
        </pc:graphicFrameChg>
      </pc:sldChg>
      <pc:sldChg chg="addSp delSp modSp new mod">
        <pc:chgData name="Qian, Kaiyang" userId="b75c2dfd-7087-4e6d-8294-e848e36bd412" providerId="ADAL" clId="{D41DBA19-532E-4661-B5C2-2494E0A6CD0E}" dt="2025-07-17T19:34:39.057" v="137" actId="20577"/>
        <pc:sldMkLst>
          <pc:docMk/>
          <pc:sldMk cId="3995634654" sldId="261"/>
        </pc:sldMkLst>
        <pc:spChg chg="mod">
          <ac:chgData name="Qian, Kaiyang" userId="b75c2dfd-7087-4e6d-8294-e848e36bd412" providerId="ADAL" clId="{D41DBA19-532E-4661-B5C2-2494E0A6CD0E}" dt="2025-07-17T19:32:59.267" v="84"/>
          <ac:spMkLst>
            <pc:docMk/>
            <pc:sldMk cId="3995634654" sldId="261"/>
            <ac:spMk id="2" creationId="{E686A4FA-042F-2499-28C1-755A31F7E3C5}"/>
          </ac:spMkLst>
        </pc:spChg>
        <pc:spChg chg="del">
          <ac:chgData name="Qian, Kaiyang" userId="b75c2dfd-7087-4e6d-8294-e848e36bd412" providerId="ADAL" clId="{D41DBA19-532E-4661-B5C2-2494E0A6CD0E}" dt="2025-07-17T19:33:09.512" v="85"/>
          <ac:spMkLst>
            <pc:docMk/>
            <pc:sldMk cId="3995634654" sldId="261"/>
            <ac:spMk id="3" creationId="{1B4BDF8B-D8A4-692D-C136-F5A198097943}"/>
          </ac:spMkLst>
        </pc:spChg>
        <pc:spChg chg="add mod">
          <ac:chgData name="Qian, Kaiyang" userId="b75c2dfd-7087-4e6d-8294-e848e36bd412" providerId="ADAL" clId="{D41DBA19-532E-4661-B5C2-2494E0A6CD0E}" dt="2025-07-17T19:34:39.057" v="137" actId="20577"/>
          <ac:spMkLst>
            <pc:docMk/>
            <pc:sldMk cId="3995634654" sldId="261"/>
            <ac:spMk id="4" creationId="{A790083D-AFD5-0B2E-E7B9-6BD1DA2D86ED}"/>
          </ac:spMkLst>
        </pc:spChg>
        <pc:spChg chg="add del mod">
          <ac:chgData name="Qian, Kaiyang" userId="b75c2dfd-7087-4e6d-8294-e848e36bd412" providerId="ADAL" clId="{D41DBA19-532E-4661-B5C2-2494E0A6CD0E}" dt="2025-07-17T19:34:01.541" v="117" actId="478"/>
          <ac:spMkLst>
            <pc:docMk/>
            <pc:sldMk cId="3995634654" sldId="261"/>
            <ac:spMk id="7" creationId="{C17E0E71-BF83-C705-1B96-1BAA10E39E33}"/>
          </ac:spMkLst>
        </pc:spChg>
      </pc:sldChg>
      <pc:sldChg chg="addSp delSp modSp new mod">
        <pc:chgData name="Qian, Kaiyang" userId="b75c2dfd-7087-4e6d-8294-e848e36bd412" providerId="ADAL" clId="{D41DBA19-532E-4661-B5C2-2494E0A6CD0E}" dt="2025-07-17T19:38:41.609" v="169" actId="1076"/>
        <pc:sldMkLst>
          <pc:docMk/>
          <pc:sldMk cId="3938439119" sldId="262"/>
        </pc:sldMkLst>
        <pc:spChg chg="mod">
          <ac:chgData name="Qian, Kaiyang" userId="b75c2dfd-7087-4e6d-8294-e848e36bd412" providerId="ADAL" clId="{D41DBA19-532E-4661-B5C2-2494E0A6CD0E}" dt="2025-07-17T19:38:15.285" v="161" actId="1076"/>
          <ac:spMkLst>
            <pc:docMk/>
            <pc:sldMk cId="3938439119" sldId="262"/>
            <ac:spMk id="2" creationId="{28F6BD6B-D623-05C4-CBE3-770DF2114406}"/>
          </ac:spMkLst>
        </pc:spChg>
        <pc:spChg chg="del">
          <ac:chgData name="Qian, Kaiyang" userId="b75c2dfd-7087-4e6d-8294-e848e36bd412" providerId="ADAL" clId="{D41DBA19-532E-4661-B5C2-2494E0A6CD0E}" dt="2025-07-17T19:37:55.957" v="151"/>
          <ac:spMkLst>
            <pc:docMk/>
            <pc:sldMk cId="3938439119" sldId="262"/>
            <ac:spMk id="3" creationId="{76365B31-C28A-B460-4C9E-5320C882FFF8}"/>
          </ac:spMkLst>
        </pc:spChg>
        <pc:spChg chg="add mod">
          <ac:chgData name="Qian, Kaiyang" userId="b75c2dfd-7087-4e6d-8294-e848e36bd412" providerId="ADAL" clId="{D41DBA19-532E-4661-B5C2-2494E0A6CD0E}" dt="2025-07-17T19:38:41.609" v="169" actId="1076"/>
          <ac:spMkLst>
            <pc:docMk/>
            <pc:sldMk cId="3938439119" sldId="262"/>
            <ac:spMk id="4" creationId="{CAFC2F16-657F-D805-DAEA-8C05297C10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930E7-B1B0-B7F8-021A-74034046B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A59C0-D2CF-30C1-66F9-06A93478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4259E-F73D-26EB-C497-39D30E55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16F7-3307-6B0B-8358-0D50C67C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36F5F-FD88-51B9-E534-7DE706F6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4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3412-8F82-7EBF-3169-A2B717C2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54EC9-C745-58BE-5AD2-AB564AA96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E8290-EA06-A2A0-D902-F9B61186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F44E-1D42-CBA3-F574-9F617DAE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C198-ED49-C5AE-F5F8-DCF2369C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FE91-FD39-793A-C77D-33048B73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6F9-AD42-642C-881D-72272EE4F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6741-E835-C6E7-710C-34F61FA5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0D0AB-5678-98EA-99EB-E2264C24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7280B-BC92-5C38-7CFB-DA7D5330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4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2B1E-534D-3547-C27A-272530AE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032AB-D0D0-CD8E-99F7-99AEF8279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42A6E-DC22-6E59-251E-79D8843FC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BD408-605E-1615-0A89-2CB28F08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48745-227C-AD21-5E90-AA15231BB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A655B-F1D5-BEEC-C035-ACAC3769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2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EC63-9EF9-1340-9806-FA060E04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01DEE-DF57-6A64-55AC-2C54234B5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2BFE7-148D-FF9A-7670-F904A3267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3B747-5E5C-B868-9DD1-CD8BDFF7F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86833-9D3C-2621-398F-7A0F52338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D63D7-149A-2492-AB63-3991BCFB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49167-7CD0-E5D9-CE23-12063CC6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E62DF-9F3F-1222-10AF-8086FAEF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A081-D20D-9D90-00A5-DC54F38D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D37BE-8DF1-8C09-54B7-4DDBB141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63D9A-BBF9-3BF6-503E-D8F18F91A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D30F0-C03B-416B-B28D-8445865A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9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E29AA-D0F3-725B-548A-F89616B0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E0B5C-5FF6-F5FB-6B07-B7AA21F4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D2537-1DD6-D24E-B968-26271AA8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1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1766-C416-BAE5-BD73-A64C63B4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F5442-857A-044A-2C13-8DAEE822A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C158F-7711-3D7E-A7F0-882F7E74F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D4C42-C8A0-3F8D-B837-D774B9AB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392ED-99DF-7132-40DD-450DBE70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0E0A5-90CA-2437-8D52-F7F60E5C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3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A08D-DAA7-83B8-A779-E0CE0302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D3318-F6C8-1735-A4FC-1BB03FD6A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AA18F-424B-5E75-BF61-DE8EFFAB4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3CD69-C487-8CAE-5BDB-BA362681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4EF4-1BBA-9CC8-770C-A4DB48E9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55E6F-5B0A-FBDE-8E53-D2F37906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9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39B5-B77D-E8F6-CED5-1C78775C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556B8-C31C-D8EE-39DB-8C7EA393D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A1E1D-3EE7-0E79-1F33-A733C5FB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EED08-5612-530B-7617-03DC7CDD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A3006-0A12-D903-A8F0-9EA4AABF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2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4B76F-B00F-9B3C-4E93-984A92C34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1AB23-E3F5-F9A0-417A-60426C08C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823A3-575D-4D28-95D3-78109630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39AA-B198-1C1A-8C48-7F02B224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249F7-1F90-D4B4-8397-8BAAD1CB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8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BB80B-B01F-19C4-6096-88906869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ACDA6-F709-64D7-353A-FDD3F436A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CBC79-9408-8FF2-859C-928B8E24D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C3B56-226F-48CC-89F0-856078FA677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7D8E-57F5-A0D2-47B5-3C8E97260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124A4-F5EB-B2B7-05F2-BCA0417CC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F8016-0E9B-462A-8A0F-3D4BF003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7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file:///D:\Users\Kaiyang\OneDrive\The%20University%20of%20Colorado%20Denver\OneDrive%20-%20The%20University%20of%20Colorado%20Denver\Thesis\Code\DataExploration\invalid_plo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3CF3-B266-234C-6889-D89E71E31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Automated Detection of Invalid Skeleton Poses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18A27-A352-23CA-0231-5AB5C364D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Anatomical Constraint Checks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02E3B-41A9-8E9A-0DB0-D978047CB919}"/>
              </a:ext>
            </a:extLst>
          </p:cNvPr>
          <p:cNvSpPr txBox="1"/>
          <p:nvPr/>
        </p:nvSpPr>
        <p:spPr>
          <a:xfrm>
            <a:off x="9439508" y="5687122"/>
            <a:ext cx="1477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Kaiyang Qian</a:t>
            </a:r>
          </a:p>
          <a:p>
            <a:r>
              <a:rPr lang="en-US" dirty="0"/>
              <a:t>07/17/2025</a:t>
            </a:r>
          </a:p>
        </p:txBody>
      </p:sp>
    </p:spTree>
    <p:extLst>
      <p:ext uri="{BB962C8B-B14F-4D97-AF65-F5344CB8AC3E}">
        <p14:creationId xmlns:p14="http://schemas.microsoft.com/office/powerpoint/2010/main" val="323474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6BD6B-D623-05C4-CBE3-770DF211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314944"/>
            <a:ext cx="10515600" cy="1325563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FC2F16-657F-D805-DAEA-8C05297C1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654" y="2013309"/>
            <a:ext cx="1092819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Data Integrity: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that the dataset used for analysis is accurate, clean, and free of nonsensical artifacts.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Reliable Scientific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Invalid poses can corrupt calculations of clinical metrics like joint angles, gait speed, or turning stability, leading to incorrect conclusions.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Research Efficiency: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Automating the detection of bad data saves countless hours of manual screening and allows researchers to focus on analysis rather than data cleaning.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Robust Modeling: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Any machine learning model trained on this data will perform better and be more reliable if it learns from high-quality, valid skeleton poses.</a:t>
            </a:r>
          </a:p>
        </p:txBody>
      </p:sp>
    </p:spTree>
    <p:extLst>
      <p:ext uri="{BB962C8B-B14F-4D97-AF65-F5344CB8AC3E}">
        <p14:creationId xmlns:p14="http://schemas.microsoft.com/office/powerpoint/2010/main" val="393843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2870-0981-3D76-8530-B36339E5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Anatomical Check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174181-FFCD-9F4D-73E5-F6FB9EC62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9171" y="1839346"/>
            <a:ext cx="1030744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method defines a set of simple rules based on known anatomical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script programmatically iterates through each frame of the 2D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keypoint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any frame violates a rule, the entire data file is flagged as "invalid.“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approach is highly effective at targeting poses that are structurally or physically impossible.</a:t>
            </a:r>
          </a:p>
        </p:txBody>
      </p:sp>
    </p:spTree>
    <p:extLst>
      <p:ext uri="{BB962C8B-B14F-4D97-AF65-F5344CB8AC3E}">
        <p14:creationId xmlns:p14="http://schemas.microsoft.com/office/powerpoint/2010/main" val="257274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F08F-3911-4601-E89F-FCE0BE6A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Rules for Vertical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284C8-926F-1E73-31BF-F9D976B99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check for counter-intuitive "up" and "down" joint positions based on two primary rules:</a:t>
            </a:r>
          </a:p>
          <a:p>
            <a:r>
              <a:rPr lang="en-US" b="1" dirty="0"/>
              <a:t>Head Below Pelvis</a:t>
            </a:r>
            <a:endParaRPr lang="en-US" dirty="0"/>
          </a:p>
          <a:p>
            <a:pPr lvl="1"/>
            <a:r>
              <a:rPr lang="en-US" b="1" dirty="0"/>
              <a:t>Logic:</a:t>
            </a:r>
            <a:r>
              <a:rPr lang="en-US" dirty="0"/>
              <a:t> The head joint should not be detected at a lower vertical position than the central pelvis joint.</a:t>
            </a:r>
          </a:p>
          <a:p>
            <a:pPr lvl="1"/>
            <a:r>
              <a:rPr lang="en-US" b="1" dirty="0"/>
              <a:t>Detects:</a:t>
            </a:r>
            <a:r>
              <a:rPr lang="en-US" dirty="0"/>
              <a:t> Poses that are completely upside down or severely contorted.</a:t>
            </a:r>
          </a:p>
          <a:p>
            <a:r>
              <a:rPr lang="en-US" b="1" dirty="0"/>
              <a:t>Knee Above Hip</a:t>
            </a:r>
            <a:endParaRPr lang="en-US" dirty="0"/>
          </a:p>
          <a:p>
            <a:pPr lvl="1"/>
            <a:r>
              <a:rPr lang="en-US" b="1" dirty="0"/>
              <a:t>Logic:</a:t>
            </a:r>
            <a:r>
              <a:rPr lang="en-US" dirty="0"/>
              <a:t> The knee joint should not be detected at a higher vertical position than its corresponding hip joint.</a:t>
            </a:r>
          </a:p>
          <a:p>
            <a:pPr lvl="1"/>
            <a:r>
              <a:rPr lang="en-US" b="1" dirty="0"/>
              <a:t>Detects:</a:t>
            </a:r>
            <a:r>
              <a:rPr lang="en-US" dirty="0"/>
              <a:t> Errors where legs are unnaturally folded or misidentified.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86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F0F5A-C3BF-3FEE-F452-01353AF0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0B50C-AA26-BD01-605F-EEB288C43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6957"/>
            <a:ext cx="491540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68EFA-7EA2-27DF-7C63-E8C99D3C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988" y="853067"/>
            <a:ext cx="4781643" cy="57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9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B7A8-331D-F0C0-18AA-0E7FD6E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7" y="158828"/>
            <a:ext cx="10515600" cy="1325563"/>
          </a:xfrm>
        </p:spPr>
        <p:txBody>
          <a:bodyPr/>
          <a:lstStyle/>
          <a:p>
            <a:r>
              <a:rPr lang="en-US" dirty="0"/>
              <a:t>Output: A List of Invalid Files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3F2F08-DA23-2282-1A8B-825EC5E88E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849" y="1366897"/>
            <a:ext cx="1170384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script generates a simple text file (invalid_data_list.txt) containing the unique names of all flagged data 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list serves as the primary output for review.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 invalid_data_list.txt: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400" dirty="0"/>
              <a:t> Pt204_C_n_440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400" dirty="0"/>
              <a:t> Pt842_PD_n_48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400" dirty="0"/>
              <a:t> Pt971_C_n_2686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400" dirty="0"/>
              <a:t>  ...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D90C05D-3A9F-CB1E-4F85-AD38D5764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253013"/>
              </p:ext>
            </p:extLst>
          </p:nvPr>
        </p:nvGraphicFramePr>
        <p:xfrm>
          <a:off x="6906052" y="3295070"/>
          <a:ext cx="3731330" cy="1692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62166" imgH="527222" progId="Package">
                  <p:embed/>
                </p:oleObj>
              </mc:Choice>
              <mc:Fallback>
                <p:oleObj name="Packager Shell Object" showAsIcon="1" r:id="rId2" imgW="1162166" imgH="527222" progId="Packag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5D90C05D-3A9F-CB1E-4F85-AD38D5764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06052" y="3295070"/>
                        <a:ext cx="3731330" cy="1692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658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A4FA-042F-2499-28C1-755A31F7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Confirmation of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90083D-AFD5-0B2E-E7B9-6BD1DA2D86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8039" y="2003192"/>
            <a:ext cx="106159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confirm the errors, a second script uses the generated invalid_data_list.txt.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loops through the list and automatically generates a GIF animation for each flagged data 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provides a quick and efficient way to visually inspect the specific errors that were caught by the anatomical checks. All plots are saved to a single directory for easy review.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hlinkClick r:id="rId2" action="ppaction://hlinkfile"/>
              </a:rPr>
              <a:t>File Link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63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446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Package</vt:lpstr>
      <vt:lpstr>Automated Detection of Invalid Skeleton Poses</vt:lpstr>
      <vt:lpstr>Goal</vt:lpstr>
      <vt:lpstr>Solution: Anatomical Check</vt:lpstr>
      <vt:lpstr>The Core Rules for Vertical Checks</vt:lpstr>
      <vt:lpstr>Python Implementation</vt:lpstr>
      <vt:lpstr>Output: A List of Invalid Files</vt:lpstr>
      <vt:lpstr>Visual Confirmation of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2025-07-17T19:25:25Z</dcterms:created>
  <dcterms:modified xsi:type="dcterms:W3CDTF">2025-07-17T20:12:18Z</dcterms:modified>
</cp:coreProperties>
</file>