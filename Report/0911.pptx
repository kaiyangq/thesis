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7B03B5-BA67-4B67-9B97-E4B0745DD7D9}" v="3" dt="2025-09-11T19:46:52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E53DFDB7-3F2B-4A7B-A399-369D1EE68F4F}"/>
    <pc:docChg chg="custSel addSld modSld sldOrd">
      <pc:chgData name="Qian, Kaiyang" userId="b75c2dfd-7087-4e6d-8294-e848e36bd412" providerId="ADAL" clId="{E53DFDB7-3F2B-4A7B-A399-369D1EE68F4F}" dt="2025-09-11T20:04:41.754" v="209" actId="1076"/>
      <pc:docMkLst>
        <pc:docMk/>
      </pc:docMkLst>
      <pc:sldChg chg="delSp mod">
        <pc:chgData name="Qian, Kaiyang" userId="b75c2dfd-7087-4e6d-8294-e848e36bd412" providerId="ADAL" clId="{E53DFDB7-3F2B-4A7B-A399-369D1EE68F4F}" dt="2025-09-11T19:40:58.374" v="0" actId="478"/>
        <pc:sldMkLst>
          <pc:docMk/>
          <pc:sldMk cId="1368356278" sldId="256"/>
        </pc:sldMkLst>
        <pc:spChg chg="del">
          <ac:chgData name="Qian, Kaiyang" userId="b75c2dfd-7087-4e6d-8294-e848e36bd412" providerId="ADAL" clId="{E53DFDB7-3F2B-4A7B-A399-369D1EE68F4F}" dt="2025-09-11T19:40:58.374" v="0" actId="478"/>
          <ac:spMkLst>
            <pc:docMk/>
            <pc:sldMk cId="1368356278" sldId="256"/>
            <ac:spMk id="3" creationId="{973F7293-9670-145F-0FDB-53525D8417DC}"/>
          </ac:spMkLst>
        </pc:spChg>
      </pc:sldChg>
      <pc:sldChg chg="addSp delSp modSp new mod">
        <pc:chgData name="Qian, Kaiyang" userId="b75c2dfd-7087-4e6d-8294-e848e36bd412" providerId="ADAL" clId="{E53DFDB7-3F2B-4A7B-A399-369D1EE68F4F}" dt="2025-09-11T20:04:41.754" v="209" actId="1076"/>
        <pc:sldMkLst>
          <pc:docMk/>
          <pc:sldMk cId="829726467" sldId="257"/>
        </pc:sldMkLst>
        <pc:spChg chg="mod">
          <ac:chgData name="Qian, Kaiyang" userId="b75c2dfd-7087-4e6d-8294-e848e36bd412" providerId="ADAL" clId="{E53DFDB7-3F2B-4A7B-A399-369D1EE68F4F}" dt="2025-09-11T19:45:34.063" v="140" actId="1076"/>
          <ac:spMkLst>
            <pc:docMk/>
            <pc:sldMk cId="829726467" sldId="257"/>
            <ac:spMk id="2" creationId="{E5EFAB6E-6B47-D45A-6D4D-12FDE3634E5B}"/>
          </ac:spMkLst>
        </pc:spChg>
        <pc:spChg chg="del">
          <ac:chgData name="Qian, Kaiyang" userId="b75c2dfd-7087-4e6d-8294-e848e36bd412" providerId="ADAL" clId="{E53DFDB7-3F2B-4A7B-A399-369D1EE68F4F}" dt="2025-09-11T19:41:18.741" v="2" actId="22"/>
          <ac:spMkLst>
            <pc:docMk/>
            <pc:sldMk cId="829726467" sldId="257"/>
            <ac:spMk id="3" creationId="{B03AC684-A022-3173-0C95-F853F3076467}"/>
          </ac:spMkLst>
        </pc:spChg>
        <pc:picChg chg="add mod ord">
          <ac:chgData name="Qian, Kaiyang" userId="b75c2dfd-7087-4e6d-8294-e848e36bd412" providerId="ADAL" clId="{E53DFDB7-3F2B-4A7B-A399-369D1EE68F4F}" dt="2025-09-11T20:04:41.754" v="209" actId="1076"/>
          <ac:picMkLst>
            <pc:docMk/>
            <pc:sldMk cId="829726467" sldId="257"/>
            <ac:picMk id="5" creationId="{387A8473-BEF5-94AE-EAF1-BA5BA62D4115}"/>
          </ac:picMkLst>
        </pc:picChg>
        <pc:picChg chg="add mod">
          <ac:chgData name="Qian, Kaiyang" userId="b75c2dfd-7087-4e6d-8294-e848e36bd412" providerId="ADAL" clId="{E53DFDB7-3F2B-4A7B-A399-369D1EE68F4F}" dt="2025-09-11T19:52:35.604" v="206" actId="14100"/>
          <ac:picMkLst>
            <pc:docMk/>
            <pc:sldMk cId="829726467" sldId="257"/>
            <ac:picMk id="7" creationId="{408FBA58-F307-86E7-C63B-004B2D1BD6C8}"/>
          </ac:picMkLst>
        </pc:picChg>
      </pc:sldChg>
      <pc:sldChg chg="addSp delSp modSp new mod">
        <pc:chgData name="Qian, Kaiyang" userId="b75c2dfd-7087-4e6d-8294-e848e36bd412" providerId="ADAL" clId="{E53DFDB7-3F2B-4A7B-A399-369D1EE68F4F}" dt="2025-09-11T19:45:20.415" v="139" actId="1076"/>
        <pc:sldMkLst>
          <pc:docMk/>
          <pc:sldMk cId="2750594205" sldId="258"/>
        </pc:sldMkLst>
        <pc:spChg chg="mod">
          <ac:chgData name="Qian, Kaiyang" userId="b75c2dfd-7087-4e6d-8294-e848e36bd412" providerId="ADAL" clId="{E53DFDB7-3F2B-4A7B-A399-369D1EE68F4F}" dt="2025-09-11T19:42:43.297" v="121" actId="20577"/>
          <ac:spMkLst>
            <pc:docMk/>
            <pc:sldMk cId="2750594205" sldId="258"/>
            <ac:spMk id="2" creationId="{8D4F62FF-271E-0F45-39B6-DA093A545AFE}"/>
          </ac:spMkLst>
        </pc:spChg>
        <pc:spChg chg="del">
          <ac:chgData name="Qian, Kaiyang" userId="b75c2dfd-7087-4e6d-8294-e848e36bd412" providerId="ADAL" clId="{E53DFDB7-3F2B-4A7B-A399-369D1EE68F4F}" dt="2025-09-11T19:42:52.238" v="122" actId="22"/>
          <ac:spMkLst>
            <pc:docMk/>
            <pc:sldMk cId="2750594205" sldId="258"/>
            <ac:spMk id="3" creationId="{D3666729-FEF6-094B-E94A-EF25C8EA8194}"/>
          </ac:spMkLst>
        </pc:spChg>
        <pc:picChg chg="add mod ord">
          <ac:chgData name="Qian, Kaiyang" userId="b75c2dfd-7087-4e6d-8294-e848e36bd412" providerId="ADAL" clId="{E53DFDB7-3F2B-4A7B-A399-369D1EE68F4F}" dt="2025-09-11T19:45:12.936" v="134" actId="1076"/>
          <ac:picMkLst>
            <pc:docMk/>
            <pc:sldMk cId="2750594205" sldId="258"/>
            <ac:picMk id="5" creationId="{1D531618-CACA-2566-DEAA-ACDB47A5480E}"/>
          </ac:picMkLst>
        </pc:picChg>
        <pc:picChg chg="add mod">
          <ac:chgData name="Qian, Kaiyang" userId="b75c2dfd-7087-4e6d-8294-e848e36bd412" providerId="ADAL" clId="{E53DFDB7-3F2B-4A7B-A399-369D1EE68F4F}" dt="2025-09-11T19:45:20.415" v="139" actId="1076"/>
          <ac:picMkLst>
            <pc:docMk/>
            <pc:sldMk cId="2750594205" sldId="258"/>
            <ac:picMk id="7" creationId="{D0C64D7C-10A1-6AED-C7F9-EC561A707853}"/>
          </ac:picMkLst>
        </pc:picChg>
      </pc:sldChg>
      <pc:sldChg chg="addSp delSp modSp new mod ord">
        <pc:chgData name="Qian, Kaiyang" userId="b75c2dfd-7087-4e6d-8294-e848e36bd412" providerId="ADAL" clId="{E53DFDB7-3F2B-4A7B-A399-369D1EE68F4F}" dt="2025-09-11T20:04:34.928" v="208"/>
        <pc:sldMkLst>
          <pc:docMk/>
          <pc:sldMk cId="1904194598" sldId="259"/>
        </pc:sldMkLst>
        <pc:spChg chg="mod">
          <ac:chgData name="Qian, Kaiyang" userId="b75c2dfd-7087-4e6d-8294-e848e36bd412" providerId="ADAL" clId="{E53DFDB7-3F2B-4A7B-A399-369D1EE68F4F}" dt="2025-09-11T19:46:56.755" v="190" actId="14100"/>
          <ac:spMkLst>
            <pc:docMk/>
            <pc:sldMk cId="1904194598" sldId="259"/>
            <ac:spMk id="2" creationId="{E4F4C35B-37F1-D816-FAAA-7A870467A53B}"/>
          </ac:spMkLst>
        </pc:spChg>
        <pc:spChg chg="del">
          <ac:chgData name="Qian, Kaiyang" userId="b75c2dfd-7087-4e6d-8294-e848e36bd412" providerId="ADAL" clId="{E53DFDB7-3F2B-4A7B-A399-369D1EE68F4F}" dt="2025-09-11T19:45:53.193" v="143" actId="22"/>
          <ac:spMkLst>
            <pc:docMk/>
            <pc:sldMk cId="1904194598" sldId="259"/>
            <ac:spMk id="3" creationId="{6675F71F-1ED5-F247-3E48-DE196ACD7DF3}"/>
          </ac:spMkLst>
        </pc:spChg>
        <pc:picChg chg="add mod ord">
          <ac:chgData name="Qian, Kaiyang" userId="b75c2dfd-7087-4e6d-8294-e848e36bd412" providerId="ADAL" clId="{E53DFDB7-3F2B-4A7B-A399-369D1EE68F4F}" dt="2025-09-11T19:46:15.802" v="156" actId="1076"/>
          <ac:picMkLst>
            <pc:docMk/>
            <pc:sldMk cId="1904194598" sldId="259"/>
            <ac:picMk id="5" creationId="{ED49EC0B-BE70-607E-E04E-2ACE6212EB97}"/>
          </ac:picMkLst>
        </pc:picChg>
        <pc:picChg chg="add mod">
          <ac:chgData name="Qian, Kaiyang" userId="b75c2dfd-7087-4e6d-8294-e848e36bd412" providerId="ADAL" clId="{E53DFDB7-3F2B-4A7B-A399-369D1EE68F4F}" dt="2025-09-11T19:46:17.203" v="157" actId="1076"/>
          <ac:picMkLst>
            <pc:docMk/>
            <pc:sldMk cId="1904194598" sldId="259"/>
            <ac:picMk id="7" creationId="{C8B85DCE-BE78-6D1F-945E-E676C06D77BE}"/>
          </ac:picMkLst>
        </pc:picChg>
      </pc:sldChg>
      <pc:sldChg chg="addSp delSp modSp new mod">
        <pc:chgData name="Qian, Kaiyang" userId="b75c2dfd-7087-4e6d-8294-e848e36bd412" providerId="ADAL" clId="{E53DFDB7-3F2B-4A7B-A399-369D1EE68F4F}" dt="2025-09-11T19:47:14.761" v="194" actId="1076"/>
        <pc:sldMkLst>
          <pc:docMk/>
          <pc:sldMk cId="2083648858" sldId="260"/>
        </pc:sldMkLst>
        <pc:spChg chg="mod">
          <ac:chgData name="Qian, Kaiyang" userId="b75c2dfd-7087-4e6d-8294-e848e36bd412" providerId="ADAL" clId="{E53DFDB7-3F2B-4A7B-A399-369D1EE68F4F}" dt="2025-09-11T19:46:46.088" v="186" actId="14100"/>
          <ac:spMkLst>
            <pc:docMk/>
            <pc:sldMk cId="2083648858" sldId="260"/>
            <ac:spMk id="2" creationId="{78B4F743-E027-AF17-EC63-5FA7C6FE5F97}"/>
          </ac:spMkLst>
        </pc:spChg>
        <pc:spChg chg="del">
          <ac:chgData name="Qian, Kaiyang" userId="b75c2dfd-7087-4e6d-8294-e848e36bd412" providerId="ADAL" clId="{E53DFDB7-3F2B-4A7B-A399-369D1EE68F4F}" dt="2025-09-11T19:46:28.496" v="159" actId="22"/>
          <ac:spMkLst>
            <pc:docMk/>
            <pc:sldMk cId="2083648858" sldId="260"/>
            <ac:spMk id="3" creationId="{D09F35BE-2467-11A1-5AE0-7987BF02B236}"/>
          </ac:spMkLst>
        </pc:spChg>
        <pc:picChg chg="add mod ord">
          <ac:chgData name="Qian, Kaiyang" userId="b75c2dfd-7087-4e6d-8294-e848e36bd412" providerId="ADAL" clId="{E53DFDB7-3F2B-4A7B-A399-369D1EE68F4F}" dt="2025-09-11T19:46:29.767" v="160" actId="1076"/>
          <ac:picMkLst>
            <pc:docMk/>
            <pc:sldMk cId="2083648858" sldId="260"/>
            <ac:picMk id="5" creationId="{FBA4F3C6-DC99-7568-105F-8FE296B3AB24}"/>
          </ac:picMkLst>
        </pc:picChg>
        <pc:picChg chg="add mod">
          <ac:chgData name="Qian, Kaiyang" userId="b75c2dfd-7087-4e6d-8294-e848e36bd412" providerId="ADAL" clId="{E53DFDB7-3F2B-4A7B-A399-369D1EE68F4F}" dt="2025-09-11T19:47:14.761" v="194" actId="1076"/>
          <ac:picMkLst>
            <pc:docMk/>
            <pc:sldMk cId="2083648858" sldId="260"/>
            <ac:picMk id="7" creationId="{037B8C54-FBAF-950D-A750-FC2C9313D27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7C5B-F61C-1946-3C80-54075C012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CE606-6101-9A94-126D-8531E3BF6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23171-7FCF-AE50-3E17-451B90C7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B4AAF-52D5-A011-70C9-75EDAC67F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9795E-2ED1-98B7-BB22-FD929E2E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06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00FF-F009-ECF1-B24C-3C048137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47F76-B89F-08AB-E11C-1E29639D9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9716-8BF5-EB4B-CE77-180A5EAA9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394B5-B17D-1AAD-BBF7-89FF825D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5E15F-E66B-4BC6-58A0-0F1BE8B9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4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E704-6E92-58F0-64A7-72CD6C12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30671-7175-740C-DE39-135B4138E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355B6-884E-AEE0-5568-CE038E7E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2F5B-0370-85BF-990B-685D7BDE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90593-1BD8-A89F-4E63-23BB4A08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7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D1C9-5E10-FD47-EDB4-69C68885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D073-1DEF-0895-A935-47A16AE77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7BCB5-9D47-1264-E750-BE3FA16CB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E8672-5DEB-A96D-1113-7F6C8CF4B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847F5-AADD-A553-F66D-3D1B6376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D5044-EF19-50E2-8C05-A73A749E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B397-5904-4932-467F-637CB7D32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A0BC5-FBA2-98F3-8AF8-6D091EC9D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5EF48-A94C-8582-8D1C-9D97108FB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5FE6-5481-C98A-AE86-A03CA59A6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F519B-174A-BA4A-569B-81ABDD82C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CAE96C-5930-56AA-ABA4-1D401533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7A6D4-7B21-739E-88A6-D3C20F1A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502649-5046-2EE9-8871-2609EC55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F0C69-1933-CA7E-40F4-2030BA89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4B285-877A-33D3-F5A7-31425454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FF79D-B38A-D21F-CD9B-C10943A7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8E7B1-8B48-E7D8-53B3-477096E1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7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516C0-868C-E564-3986-BBB20061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132280-858E-08AF-8487-68538399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A7EDB-F847-5A40-29E7-F89037D0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3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F047-E361-670C-5558-D56D50AB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E9A90-5A0A-611A-B434-C1FC06958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ACB9D-8048-6E36-4822-851CB386B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E7C73-E909-83B8-9EB5-BE0B4740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2ED88-C598-8BB4-E2D3-040DAD16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B36DD-CE85-80EB-09A7-EAAF942D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8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1175-9371-DA0E-0C0D-32164BB1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E512E-EA66-62D9-ABBE-12AD5566A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29253-1912-AE5A-528B-217BF1E52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1541C-63A6-FA05-387E-2E9CD9B4F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1F95D-46C9-DDFA-B28B-F2CF5775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66256-F92B-14E3-57C9-9621F01B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6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2DE2-96DA-F31F-1B19-2786AA7D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64239-1B59-62DA-DD8A-FCF399C91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A8842-5A92-C99B-E8E7-8A11DF8D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F4D65-BAD0-D530-B27B-30DFC09A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DBC0A-6014-8AB3-0BB0-E03D2F2D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2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539D2-C8A7-4944-D088-4E8E1082A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967A4-87CD-4A73-1D51-7C0EB52E5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9001F-FB6C-4CA8-FB44-28178A00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63CA2-8108-ECC0-6F24-AD98AB3CC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0A296-1F45-D188-425B-9985FD7C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6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82BA6-2C0B-BA65-925A-9DB915BCC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7DC75-8BC8-F871-45E0-D73549206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13BE0-39B2-00C9-F2C0-2CFABE984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7A079-3287-4DDF-900A-E5BE9CA9195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19E73-9DE5-38A6-B9DA-40AEA5004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F3D63-9AC2-3DFA-FA38-ADD184D06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8A8C1-FCC9-49A8-82BF-C83C0C6E3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4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BCD45-91E3-6D49-2A38-9619F4F4DB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0911</a:t>
            </a:r>
          </a:p>
        </p:txBody>
      </p:sp>
    </p:spTree>
    <p:extLst>
      <p:ext uri="{BB962C8B-B14F-4D97-AF65-F5344CB8AC3E}">
        <p14:creationId xmlns:p14="http://schemas.microsoft.com/office/powerpoint/2010/main" val="1368356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AB6E-6B47-D45A-6D4D-12FDE363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184" y="297889"/>
            <a:ext cx="10515600" cy="1325563"/>
          </a:xfrm>
        </p:spPr>
        <p:txBody>
          <a:bodyPr/>
          <a:lstStyle/>
          <a:p>
            <a:r>
              <a:rPr lang="en-US" dirty="0"/>
              <a:t>Control VS PD off Med VS PD on Med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7A8473-BEF5-94AE-EAF1-BA5BA62D4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84" y="1748472"/>
            <a:ext cx="5604109" cy="4820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FBA58-F307-86E7-C63B-004B2D1BD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657" y="2277611"/>
            <a:ext cx="5878571" cy="37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2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C35B-37F1-D816-FAAA-7A870467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34" y="138622"/>
            <a:ext cx="12025332" cy="1325563"/>
          </a:xfrm>
        </p:spPr>
        <p:txBody>
          <a:bodyPr/>
          <a:lstStyle/>
          <a:p>
            <a:r>
              <a:rPr lang="en-US" dirty="0"/>
              <a:t>Control VS PD off Med VS PD on Med </a:t>
            </a:r>
            <a:r>
              <a:rPr lang="en-US" altLang="zh-CN" dirty="0"/>
              <a:t>without generated data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49EC0B-BE70-607E-E04E-2ACE6212E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34" y="1418249"/>
            <a:ext cx="5851878" cy="5074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B85DCE-BE78-6D1F-945E-E676C06D7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073" y="2342832"/>
            <a:ext cx="6029708" cy="349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94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62FF-271E-0F45-39B6-DA093A545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PD on Med VS PD off Med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531618-CACA-2566-DEAA-ACDB47A54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132" y="1819088"/>
            <a:ext cx="5436974" cy="4673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64D7C-10A1-6AED-C7F9-EC561A707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450" y="2214282"/>
            <a:ext cx="6100621" cy="403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94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F743-E027-AF17-EC63-5FA7C6FE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02" y="365125"/>
            <a:ext cx="11585196" cy="1325563"/>
          </a:xfrm>
        </p:spPr>
        <p:txBody>
          <a:bodyPr/>
          <a:lstStyle/>
          <a:p>
            <a:r>
              <a:rPr lang="en-US" altLang="zh-CN" dirty="0"/>
              <a:t>PD on Med VS PD off Med without generated data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A4F3C6-DC99-7568-105F-8FE296B3A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362" y="1930487"/>
            <a:ext cx="501780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7B8C54-FBAF-950D-A750-FC2C9313D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244" y="2431135"/>
            <a:ext cx="6267509" cy="3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48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0911</vt:lpstr>
      <vt:lpstr>Control VS PD off Med VS PD on Med</vt:lpstr>
      <vt:lpstr>Control VS PD off Med VS PD on Med without generated data</vt:lpstr>
      <vt:lpstr>PD on Med VS PD off Med</vt:lpstr>
      <vt:lpstr>PD on Med VS PD off Med without generated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2025-09-11T19:40:39Z</dcterms:created>
  <dcterms:modified xsi:type="dcterms:W3CDTF">2025-09-11T20:04:43Z</dcterms:modified>
</cp:coreProperties>
</file>