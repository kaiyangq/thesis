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5E23EDFA-1117-4633-BF1A-31ACC741F611}"/>
    <pc:docChg chg="modSld">
      <pc:chgData name="Qian, Kaiyang" userId="b75c2dfd-7087-4e6d-8294-e848e36bd412" providerId="ADAL" clId="{5E23EDFA-1117-4633-BF1A-31ACC741F611}" dt="2025-08-07T20:20:35.911" v="34" actId="1076"/>
      <pc:docMkLst>
        <pc:docMk/>
      </pc:docMkLst>
      <pc:sldChg chg="modSp mod">
        <pc:chgData name="Qian, Kaiyang" userId="b75c2dfd-7087-4e6d-8294-e848e36bd412" providerId="ADAL" clId="{5E23EDFA-1117-4633-BF1A-31ACC741F611}" dt="2025-08-07T20:13:09.828" v="13" actId="1076"/>
        <pc:sldMkLst>
          <pc:docMk/>
          <pc:sldMk cId="1962670732" sldId="257"/>
        </pc:sldMkLst>
        <pc:spChg chg="mod">
          <ac:chgData name="Qian, Kaiyang" userId="b75c2dfd-7087-4e6d-8294-e848e36bd412" providerId="ADAL" clId="{5E23EDFA-1117-4633-BF1A-31ACC741F611}" dt="2025-08-07T20:12:37.334" v="5" actId="1076"/>
          <ac:spMkLst>
            <pc:docMk/>
            <pc:sldMk cId="1962670732" sldId="257"/>
            <ac:spMk id="2" creationId="{E550C5FA-E955-4F2E-497D-A039A90D6BC7}"/>
          </ac:spMkLst>
        </pc:spChg>
        <pc:picChg chg="mod">
          <ac:chgData name="Qian, Kaiyang" userId="b75c2dfd-7087-4e6d-8294-e848e36bd412" providerId="ADAL" clId="{5E23EDFA-1117-4633-BF1A-31ACC741F611}" dt="2025-08-07T20:12:48.403" v="10" actId="14100"/>
          <ac:picMkLst>
            <pc:docMk/>
            <pc:sldMk cId="1962670732" sldId="257"/>
            <ac:picMk id="4" creationId="{A299371A-332C-2D12-E504-EA8DEF7769A7}"/>
          </ac:picMkLst>
        </pc:picChg>
        <pc:picChg chg="mod">
          <ac:chgData name="Qian, Kaiyang" userId="b75c2dfd-7087-4e6d-8294-e848e36bd412" providerId="ADAL" clId="{5E23EDFA-1117-4633-BF1A-31ACC741F611}" dt="2025-08-07T20:13:09.828" v="13" actId="1076"/>
          <ac:picMkLst>
            <pc:docMk/>
            <pc:sldMk cId="1962670732" sldId="257"/>
            <ac:picMk id="6" creationId="{52177A34-B3D0-E994-7CB1-95C920D053C5}"/>
          </ac:picMkLst>
        </pc:picChg>
      </pc:sldChg>
      <pc:sldChg chg="modSp mod">
        <pc:chgData name="Qian, Kaiyang" userId="b75c2dfd-7087-4e6d-8294-e848e36bd412" providerId="ADAL" clId="{5E23EDFA-1117-4633-BF1A-31ACC741F611}" dt="2025-08-07T20:15:19.093" v="25" actId="1076"/>
        <pc:sldMkLst>
          <pc:docMk/>
          <pc:sldMk cId="4226974651" sldId="258"/>
        </pc:sldMkLst>
        <pc:picChg chg="mod">
          <ac:chgData name="Qian, Kaiyang" userId="b75c2dfd-7087-4e6d-8294-e848e36bd412" providerId="ADAL" clId="{5E23EDFA-1117-4633-BF1A-31ACC741F611}" dt="2025-08-07T20:15:19.093" v="25" actId="1076"/>
          <ac:picMkLst>
            <pc:docMk/>
            <pc:sldMk cId="4226974651" sldId="258"/>
            <ac:picMk id="4" creationId="{202F9EE1-A919-D113-E15E-4C5E280ADEAC}"/>
          </ac:picMkLst>
        </pc:picChg>
        <pc:picChg chg="mod">
          <ac:chgData name="Qian, Kaiyang" userId="b75c2dfd-7087-4e6d-8294-e848e36bd412" providerId="ADAL" clId="{5E23EDFA-1117-4633-BF1A-31ACC741F611}" dt="2025-08-07T20:15:09.002" v="24" actId="1076"/>
          <ac:picMkLst>
            <pc:docMk/>
            <pc:sldMk cId="4226974651" sldId="258"/>
            <ac:picMk id="6" creationId="{F7EF66EA-9737-6349-B3EA-83FE13D9256B}"/>
          </ac:picMkLst>
        </pc:picChg>
      </pc:sldChg>
      <pc:sldChg chg="modSp mod">
        <pc:chgData name="Qian, Kaiyang" userId="b75c2dfd-7087-4e6d-8294-e848e36bd412" providerId="ADAL" clId="{5E23EDFA-1117-4633-BF1A-31ACC741F611}" dt="2025-08-07T20:13:37.954" v="17" actId="14100"/>
        <pc:sldMkLst>
          <pc:docMk/>
          <pc:sldMk cId="1223944192" sldId="259"/>
        </pc:sldMkLst>
        <pc:picChg chg="mod">
          <ac:chgData name="Qian, Kaiyang" userId="b75c2dfd-7087-4e6d-8294-e848e36bd412" providerId="ADAL" clId="{5E23EDFA-1117-4633-BF1A-31ACC741F611}" dt="2025-08-07T20:13:35.884" v="16" actId="14100"/>
          <ac:picMkLst>
            <pc:docMk/>
            <pc:sldMk cId="1223944192" sldId="259"/>
            <ac:picMk id="4" creationId="{27740F85-DE15-F363-AC1C-AF8B969E102B}"/>
          </ac:picMkLst>
        </pc:picChg>
        <pc:picChg chg="mod">
          <ac:chgData name="Qian, Kaiyang" userId="b75c2dfd-7087-4e6d-8294-e848e36bd412" providerId="ADAL" clId="{5E23EDFA-1117-4633-BF1A-31ACC741F611}" dt="2025-08-07T20:13:37.954" v="17" actId="14100"/>
          <ac:picMkLst>
            <pc:docMk/>
            <pc:sldMk cId="1223944192" sldId="259"/>
            <ac:picMk id="6" creationId="{8B386880-A21B-61E0-8D28-DE5456235599}"/>
          </ac:picMkLst>
        </pc:picChg>
      </pc:sldChg>
      <pc:sldChg chg="modSp mod">
        <pc:chgData name="Qian, Kaiyang" userId="b75c2dfd-7087-4e6d-8294-e848e36bd412" providerId="ADAL" clId="{5E23EDFA-1117-4633-BF1A-31ACC741F611}" dt="2025-08-07T20:20:35.911" v="34" actId="1076"/>
        <pc:sldMkLst>
          <pc:docMk/>
          <pc:sldMk cId="386556921" sldId="260"/>
        </pc:sldMkLst>
        <pc:picChg chg="mod">
          <ac:chgData name="Qian, Kaiyang" userId="b75c2dfd-7087-4e6d-8294-e848e36bd412" providerId="ADAL" clId="{5E23EDFA-1117-4633-BF1A-31ACC741F611}" dt="2025-08-07T20:20:35.911" v="34" actId="1076"/>
          <ac:picMkLst>
            <pc:docMk/>
            <pc:sldMk cId="386556921" sldId="260"/>
            <ac:picMk id="5" creationId="{E9C9E2D0-81A8-D26A-A75B-9CAA0140CAA6}"/>
          </ac:picMkLst>
        </pc:picChg>
        <pc:picChg chg="mod">
          <ac:chgData name="Qian, Kaiyang" userId="b75c2dfd-7087-4e6d-8294-e848e36bd412" providerId="ADAL" clId="{5E23EDFA-1117-4633-BF1A-31ACC741F611}" dt="2025-08-07T20:20:30.902" v="33" actId="1076"/>
          <ac:picMkLst>
            <pc:docMk/>
            <pc:sldMk cId="386556921" sldId="260"/>
            <ac:picMk id="6" creationId="{5A3A5779-7CFD-83CF-C20E-66A15F6AC83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C0B5-B090-A461-6E0E-634774E2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13265-9E65-8E8F-9107-1CF94872B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6942-F998-BBC2-AE16-86CFFF2A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8094E-B7AB-341D-0E06-402FE039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AECF8-D61C-0A03-C2EC-903BB80B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7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496F-FB7B-C8AF-BCB4-507AEDC1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72146-B876-57DA-B23D-4E8F86661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FE76B-C3C6-41CF-3222-94867461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0F28-59C1-DECC-F810-1E75FF5A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8800B-4FEE-2BB0-9C78-B1B382F2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2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9914-6CA3-FB95-5F1F-DD363F50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AA0E6-CA4D-3DE1-0414-1601ABE4E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2BAE1-96E3-3B44-C3F0-D2010CB6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FD61A-75BE-8B2A-D7CA-B6B4F014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C94B1-8AB8-371E-ABFD-E0CB041D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72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D065-C46A-5F6A-E00C-870637E5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6B0E-ADEC-9C5C-ED76-6D8F35AF0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EEB70-FE32-F011-05C6-4E3B5E3F4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4A05B-2BD6-A643-16C2-BA057F29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94BA7-76E8-C4CA-9E4B-6DADAAD0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C77B4-7151-4C8F-835F-C32B6D75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1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3BBE-14BF-3338-2D3B-F3C7A0486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EF4CF-47BB-4204-5B90-CFA34E3E3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72342-BE0C-FDDB-284A-6B492F263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40468-B099-3DA9-3427-6DFB65CF7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7E00A-27CB-CF02-793C-F4EF85AEC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28AC8-B25B-A512-67C5-DCBC87E9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F104E-651B-8265-2CE3-FB2AC75B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1A784-926D-3B62-7895-3356B541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52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FEE3-116B-169A-D36B-320A77F7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D89C86-45A7-B86C-A2D0-52603E4A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67FE0-A13F-71EE-A367-DA343FE6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7F684-D2E8-5B68-CC10-D91E4082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33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1A390-E2AC-CB7B-9B12-859BFB59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5C776-D4EA-2F5D-6677-EDC3DEDD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0D4A4-3883-46F2-EF26-D4285650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0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8DCA-0A91-2396-6CDC-F836EBE5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9BCC-18BD-2CC1-5435-266586BE1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CA0E0-C1E1-D713-074F-0491E9443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4CE79-0FE6-3D90-7443-51809281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CDB03-C065-4239-D7CB-1381E16A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69356-AC55-648F-7731-3CAD3049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B4AE-E666-2335-49B2-0CCC5C9E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597AF-66C5-6384-EC1C-A5E3EBAD2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A9ECA-C614-FDDA-6609-730861D16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792A7-C78A-0CEF-C427-53955EDA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CD315-A437-50B0-0072-93F4748A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6575C-A3D8-F3C8-B526-619EF0AA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5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B0F1-E5AF-9AA0-2AF4-78472D92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AB7BA-6D7B-7475-B473-AF91926C5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2BCCF-5B6C-3619-8BAD-1541A67B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1ABF9-1EB1-456C-04D8-DB7A43CE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237C0-A747-C8DC-1FBC-6F2EE0C4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4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8919E-5826-6443-58ED-0EE5E06AF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431E3-4EE3-48B6-BCFB-0D75CFBB2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89FF6-0909-094A-29C8-A27E14EB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83AD-FC7C-BC90-CE9E-2645515A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C1795-B156-C466-FBCB-474BF43E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2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6F021-A351-6854-0BBD-2F8EB6FD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30FC7-258D-894A-90EA-8870D1886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D45A-8220-D868-DE34-E8BA64BAC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1050A-87E1-4C0F-A57C-86D926BB710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4DB08-9E83-40D4-B9D4-7B79D99D5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043D6-338F-5221-F769-41E9509CF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65061-B2FE-4C4F-8E92-6626D2E0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6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1E26-E81F-F956-0EB0-C4A6587AF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08/07</a:t>
            </a:r>
          </a:p>
        </p:txBody>
      </p:sp>
    </p:spTree>
    <p:extLst>
      <p:ext uri="{BB962C8B-B14F-4D97-AF65-F5344CB8AC3E}">
        <p14:creationId xmlns:p14="http://schemas.microsoft.com/office/powerpoint/2010/main" val="16144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C5FA-E955-4F2E-497D-A039A90D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5" y="-123451"/>
            <a:ext cx="10515600" cy="1325563"/>
          </a:xfrm>
        </p:spPr>
        <p:txBody>
          <a:bodyPr/>
          <a:lstStyle/>
          <a:p>
            <a:r>
              <a:rPr lang="en-US" dirty="0"/>
              <a:t>On or off medication on 90 pivot turn</a:t>
            </a:r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A299371A-332C-2D12-E504-EA8DEF776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21" y="809996"/>
            <a:ext cx="5631654" cy="604800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77A34-B3D0-E994-7CB1-95C920D05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801" y="809997"/>
            <a:ext cx="5956564" cy="604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7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BB5F-29E5-E30B-FC12-F41FD886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90 pivot turn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02F9EE1-A919-D113-E15E-4C5E280AD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509" y="1324346"/>
            <a:ext cx="8027207" cy="321644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EF66EA-9737-6349-B3EA-83FE13D92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786" y="4647536"/>
            <a:ext cx="8319991" cy="203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7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3A23-5F72-37CB-1368-81CCD2AD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90 pivot turn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9E2D0-81A8-D26A-A75B-9CAA0140C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8716" y="1392665"/>
            <a:ext cx="5192096" cy="581084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3A5779-7CFD-83CF-C20E-66A15F6AC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92017"/>
            <a:ext cx="5192097" cy="581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61AD-D9DC-9D77-8774-DA0CDEC3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model of On or Off medication 180-Degree Pivot Turns 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27740F85-DE15-F363-AC1C-AF8B969E1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534" y="1571902"/>
            <a:ext cx="5355384" cy="5737619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386880-A21B-61E0-8D28-DE5456235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41" y="1571902"/>
            <a:ext cx="5575107" cy="575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4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64A8-3F33-1827-406C-810C299B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180-Degree Pivot Turns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99394-315B-1192-CBC5-DE640D56C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720" y="1690688"/>
            <a:ext cx="4262675" cy="4738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0CF952-2BA1-9FE2-FF29-DDC166B08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618" y="1690688"/>
            <a:ext cx="449236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28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08/07</vt:lpstr>
      <vt:lpstr>On or off medication on 90 pivot turn</vt:lpstr>
      <vt:lpstr>90 pivot turn</vt:lpstr>
      <vt:lpstr>90 pivot turn</vt:lpstr>
      <vt:lpstr>Classification model of On or Off medication 180-Degree Pivot Turns </vt:lpstr>
      <vt:lpstr>180-Degree Pivot Turns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2025-08-07T19:10:18Z</dcterms:created>
  <dcterms:modified xsi:type="dcterms:W3CDTF">2025-08-07T20:20:38Z</dcterms:modified>
</cp:coreProperties>
</file>