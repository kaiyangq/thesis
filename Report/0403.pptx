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AEE6B-2175-4ADB-810D-D3105B3CAA2E}" v="7" dt="2025-04-03T19:55:11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9B3AEE6B-2175-4ADB-810D-D3105B3CAA2E}"/>
    <pc:docChg chg="custSel addSld delSld modSld">
      <pc:chgData name="Qian, Kaiyang" userId="b75c2dfd-7087-4e6d-8294-e848e36bd412" providerId="ADAL" clId="{9B3AEE6B-2175-4ADB-810D-D3105B3CAA2E}" dt="2025-04-03T19:59:36.092" v="173" actId="2696"/>
      <pc:docMkLst>
        <pc:docMk/>
      </pc:docMkLst>
      <pc:sldChg chg="delSp modSp mod">
        <pc:chgData name="Qian, Kaiyang" userId="b75c2dfd-7087-4e6d-8294-e848e36bd412" providerId="ADAL" clId="{9B3AEE6B-2175-4ADB-810D-D3105B3CAA2E}" dt="2025-04-03T19:38:54.228" v="29" actId="478"/>
        <pc:sldMkLst>
          <pc:docMk/>
          <pc:sldMk cId="4214390607" sldId="256"/>
        </pc:sldMkLst>
        <pc:spChg chg="mod">
          <ac:chgData name="Qian, Kaiyang" userId="b75c2dfd-7087-4e6d-8294-e848e36bd412" providerId="ADAL" clId="{9B3AEE6B-2175-4ADB-810D-D3105B3CAA2E}" dt="2025-04-03T19:38:49.160" v="28" actId="20577"/>
          <ac:spMkLst>
            <pc:docMk/>
            <pc:sldMk cId="4214390607" sldId="256"/>
            <ac:spMk id="2" creationId="{E6185594-7D7F-47A9-C81D-13D8D569491C}"/>
          </ac:spMkLst>
        </pc:spChg>
        <pc:spChg chg="del">
          <ac:chgData name="Qian, Kaiyang" userId="b75c2dfd-7087-4e6d-8294-e848e36bd412" providerId="ADAL" clId="{9B3AEE6B-2175-4ADB-810D-D3105B3CAA2E}" dt="2025-04-03T19:38:54.228" v="29" actId="478"/>
          <ac:spMkLst>
            <pc:docMk/>
            <pc:sldMk cId="4214390607" sldId="256"/>
            <ac:spMk id="3" creationId="{E4A89454-FFA4-935C-8B2E-9D5F35A62B0B}"/>
          </ac:spMkLst>
        </pc:spChg>
      </pc:sldChg>
      <pc:sldChg chg="addSp delSp modSp new mod">
        <pc:chgData name="Qian, Kaiyang" userId="b75c2dfd-7087-4e6d-8294-e848e36bd412" providerId="ADAL" clId="{9B3AEE6B-2175-4ADB-810D-D3105B3CAA2E}" dt="2025-04-03T19:40:08.645" v="46" actId="20577"/>
        <pc:sldMkLst>
          <pc:docMk/>
          <pc:sldMk cId="3985101666" sldId="257"/>
        </pc:sldMkLst>
        <pc:spChg chg="add del mod">
          <ac:chgData name="Qian, Kaiyang" userId="b75c2dfd-7087-4e6d-8294-e848e36bd412" providerId="ADAL" clId="{9B3AEE6B-2175-4ADB-810D-D3105B3CAA2E}" dt="2025-04-03T19:40:08.645" v="46" actId="20577"/>
          <ac:spMkLst>
            <pc:docMk/>
            <pc:sldMk cId="3985101666" sldId="257"/>
            <ac:spMk id="2" creationId="{B732A8C7-EB94-9D79-F1F5-B2397BA2FE1D}"/>
          </ac:spMkLst>
        </pc:spChg>
        <pc:spChg chg="del">
          <ac:chgData name="Qian, Kaiyang" userId="b75c2dfd-7087-4e6d-8294-e848e36bd412" providerId="ADAL" clId="{9B3AEE6B-2175-4ADB-810D-D3105B3CAA2E}" dt="2025-04-03T19:39:48.213" v="31" actId="22"/>
          <ac:spMkLst>
            <pc:docMk/>
            <pc:sldMk cId="3985101666" sldId="257"/>
            <ac:spMk id="3" creationId="{EE1EE0BC-5279-060F-7110-D8700C7CC33B}"/>
          </ac:spMkLst>
        </pc:spChg>
        <pc:spChg chg="add mod">
          <ac:chgData name="Qian, Kaiyang" userId="b75c2dfd-7087-4e6d-8294-e848e36bd412" providerId="ADAL" clId="{9B3AEE6B-2175-4ADB-810D-D3105B3CAA2E}" dt="2025-04-03T19:40:03.186" v="33"/>
          <ac:spMkLst>
            <pc:docMk/>
            <pc:sldMk cId="3985101666" sldId="257"/>
            <ac:spMk id="6" creationId="{A5DE2EE1-AA42-99F6-C70F-2C164267CBB0}"/>
          </ac:spMkLst>
        </pc:spChg>
        <pc:picChg chg="add mod ord">
          <ac:chgData name="Qian, Kaiyang" userId="b75c2dfd-7087-4e6d-8294-e848e36bd412" providerId="ADAL" clId="{9B3AEE6B-2175-4ADB-810D-D3105B3CAA2E}" dt="2025-04-03T19:39:48.213" v="31" actId="22"/>
          <ac:picMkLst>
            <pc:docMk/>
            <pc:sldMk cId="3985101666" sldId="257"/>
            <ac:picMk id="5" creationId="{7B305E5B-EBEB-7D5F-C3B0-862A81DC0CE7}"/>
          </ac:picMkLst>
        </pc:picChg>
      </pc:sldChg>
      <pc:sldChg chg="addSp delSp modSp new mod">
        <pc:chgData name="Qian, Kaiyang" userId="b75c2dfd-7087-4e6d-8294-e848e36bd412" providerId="ADAL" clId="{9B3AEE6B-2175-4ADB-810D-D3105B3CAA2E}" dt="2025-04-03T19:50:47.415" v="51" actId="22"/>
        <pc:sldMkLst>
          <pc:docMk/>
          <pc:sldMk cId="2238201713" sldId="258"/>
        </pc:sldMkLst>
        <pc:spChg chg="add del mod">
          <ac:chgData name="Qian, Kaiyang" userId="b75c2dfd-7087-4e6d-8294-e848e36bd412" providerId="ADAL" clId="{9B3AEE6B-2175-4ADB-810D-D3105B3CAA2E}" dt="2025-04-03T19:40:38.416" v="50"/>
          <ac:spMkLst>
            <pc:docMk/>
            <pc:sldMk cId="2238201713" sldId="258"/>
            <ac:spMk id="2" creationId="{3EE57444-47B1-F3CB-7702-0C713239FB15}"/>
          </ac:spMkLst>
        </pc:spChg>
        <pc:spChg chg="del">
          <ac:chgData name="Qian, Kaiyang" userId="b75c2dfd-7087-4e6d-8294-e848e36bd412" providerId="ADAL" clId="{9B3AEE6B-2175-4ADB-810D-D3105B3CAA2E}" dt="2025-04-03T19:50:47.415" v="51" actId="22"/>
          <ac:spMkLst>
            <pc:docMk/>
            <pc:sldMk cId="2238201713" sldId="258"/>
            <ac:spMk id="3" creationId="{0A39E9F4-261B-83A8-2533-D7C97FA85434}"/>
          </ac:spMkLst>
        </pc:spChg>
        <pc:spChg chg="add mod">
          <ac:chgData name="Qian, Kaiyang" userId="b75c2dfd-7087-4e6d-8294-e848e36bd412" providerId="ADAL" clId="{9B3AEE6B-2175-4ADB-810D-D3105B3CAA2E}" dt="2025-04-03T19:40:24.422" v="49"/>
          <ac:spMkLst>
            <pc:docMk/>
            <pc:sldMk cId="2238201713" sldId="258"/>
            <ac:spMk id="4" creationId="{75FDB05C-3EED-6FE2-56DA-DCBDBB824BB1}"/>
          </ac:spMkLst>
        </pc:spChg>
        <pc:picChg chg="add mod ord">
          <ac:chgData name="Qian, Kaiyang" userId="b75c2dfd-7087-4e6d-8294-e848e36bd412" providerId="ADAL" clId="{9B3AEE6B-2175-4ADB-810D-D3105B3CAA2E}" dt="2025-04-03T19:50:47.415" v="51" actId="22"/>
          <ac:picMkLst>
            <pc:docMk/>
            <pc:sldMk cId="2238201713" sldId="258"/>
            <ac:picMk id="6" creationId="{5632C40D-A272-D409-C3FE-25FC74B880C0}"/>
          </ac:picMkLst>
        </pc:picChg>
      </pc:sldChg>
      <pc:sldChg chg="addSp delSp modSp new mod">
        <pc:chgData name="Qian, Kaiyang" userId="b75c2dfd-7087-4e6d-8294-e848e36bd412" providerId="ADAL" clId="{9B3AEE6B-2175-4ADB-810D-D3105B3CAA2E}" dt="2025-04-03T19:52:51.044" v="56" actId="22"/>
        <pc:sldMkLst>
          <pc:docMk/>
          <pc:sldMk cId="2851889312" sldId="259"/>
        </pc:sldMkLst>
        <pc:spChg chg="add del mod">
          <ac:chgData name="Qian, Kaiyang" userId="b75c2dfd-7087-4e6d-8294-e848e36bd412" providerId="ADAL" clId="{9B3AEE6B-2175-4ADB-810D-D3105B3CAA2E}" dt="2025-04-03T19:52:36.985" v="55"/>
          <ac:spMkLst>
            <pc:docMk/>
            <pc:sldMk cId="2851889312" sldId="259"/>
            <ac:spMk id="2" creationId="{66CD8FAD-5A5B-D4ED-0B5F-62DC6A75E272}"/>
          </ac:spMkLst>
        </pc:spChg>
        <pc:spChg chg="del">
          <ac:chgData name="Qian, Kaiyang" userId="b75c2dfd-7087-4e6d-8294-e848e36bd412" providerId="ADAL" clId="{9B3AEE6B-2175-4ADB-810D-D3105B3CAA2E}" dt="2025-04-03T19:52:51.044" v="56" actId="22"/>
          <ac:spMkLst>
            <pc:docMk/>
            <pc:sldMk cId="2851889312" sldId="259"/>
            <ac:spMk id="3" creationId="{3FD52D34-6703-95C3-6ED0-0887F253AA62}"/>
          </ac:spMkLst>
        </pc:spChg>
        <pc:spChg chg="add mod">
          <ac:chgData name="Qian, Kaiyang" userId="b75c2dfd-7087-4e6d-8294-e848e36bd412" providerId="ADAL" clId="{9B3AEE6B-2175-4ADB-810D-D3105B3CAA2E}" dt="2025-04-03T19:52:29.247" v="54"/>
          <ac:spMkLst>
            <pc:docMk/>
            <pc:sldMk cId="2851889312" sldId="259"/>
            <ac:spMk id="4" creationId="{9A15389E-101F-A42C-6953-5B7FE466C803}"/>
          </ac:spMkLst>
        </pc:spChg>
        <pc:picChg chg="add mod ord">
          <ac:chgData name="Qian, Kaiyang" userId="b75c2dfd-7087-4e6d-8294-e848e36bd412" providerId="ADAL" clId="{9B3AEE6B-2175-4ADB-810D-D3105B3CAA2E}" dt="2025-04-03T19:52:51.044" v="56" actId="22"/>
          <ac:picMkLst>
            <pc:docMk/>
            <pc:sldMk cId="2851889312" sldId="259"/>
            <ac:picMk id="6" creationId="{5EAE3870-6CDB-7B2E-465D-DA5BCCFC332C}"/>
          </ac:picMkLst>
        </pc:picChg>
      </pc:sldChg>
      <pc:sldChg chg="addSp delSp modSp new mod">
        <pc:chgData name="Qian, Kaiyang" userId="b75c2dfd-7087-4e6d-8294-e848e36bd412" providerId="ADAL" clId="{9B3AEE6B-2175-4ADB-810D-D3105B3CAA2E}" dt="2025-04-03T19:55:07.330" v="112" actId="22"/>
        <pc:sldMkLst>
          <pc:docMk/>
          <pc:sldMk cId="568894913" sldId="260"/>
        </pc:sldMkLst>
        <pc:spChg chg="mod">
          <ac:chgData name="Qian, Kaiyang" userId="b75c2dfd-7087-4e6d-8294-e848e36bd412" providerId="ADAL" clId="{9B3AEE6B-2175-4ADB-810D-D3105B3CAA2E}" dt="2025-04-03T19:54:51.743" v="111" actId="20577"/>
          <ac:spMkLst>
            <pc:docMk/>
            <pc:sldMk cId="568894913" sldId="260"/>
            <ac:spMk id="2" creationId="{BA0CE42A-8870-A88B-F1B9-19F982A72490}"/>
          </ac:spMkLst>
        </pc:spChg>
        <pc:spChg chg="del">
          <ac:chgData name="Qian, Kaiyang" userId="b75c2dfd-7087-4e6d-8294-e848e36bd412" providerId="ADAL" clId="{9B3AEE6B-2175-4ADB-810D-D3105B3CAA2E}" dt="2025-04-03T19:55:07.330" v="112" actId="22"/>
          <ac:spMkLst>
            <pc:docMk/>
            <pc:sldMk cId="568894913" sldId="260"/>
            <ac:spMk id="3" creationId="{A13E4AA8-E90C-3E0C-7424-198788410321}"/>
          </ac:spMkLst>
        </pc:spChg>
        <pc:picChg chg="add mod ord">
          <ac:chgData name="Qian, Kaiyang" userId="b75c2dfd-7087-4e6d-8294-e848e36bd412" providerId="ADAL" clId="{9B3AEE6B-2175-4ADB-810D-D3105B3CAA2E}" dt="2025-04-03T19:55:07.330" v="112" actId="22"/>
          <ac:picMkLst>
            <pc:docMk/>
            <pc:sldMk cId="568894913" sldId="260"/>
            <ac:picMk id="5" creationId="{8EEF05C3-0347-56B9-3570-6E6665E4BD4A}"/>
          </ac:picMkLst>
        </pc:picChg>
      </pc:sldChg>
      <pc:sldChg chg="addSp delSp modSp add mod">
        <pc:chgData name="Qian, Kaiyang" userId="b75c2dfd-7087-4e6d-8294-e848e36bd412" providerId="ADAL" clId="{9B3AEE6B-2175-4ADB-810D-D3105B3CAA2E}" dt="2025-04-03T19:55:22.181" v="115" actId="22"/>
        <pc:sldMkLst>
          <pc:docMk/>
          <pc:sldMk cId="2594599113" sldId="261"/>
        </pc:sldMkLst>
        <pc:spChg chg="add del mod">
          <ac:chgData name="Qian, Kaiyang" userId="b75c2dfd-7087-4e6d-8294-e848e36bd412" providerId="ADAL" clId="{9B3AEE6B-2175-4ADB-810D-D3105B3CAA2E}" dt="2025-04-03T19:55:22.181" v="115" actId="22"/>
          <ac:spMkLst>
            <pc:docMk/>
            <pc:sldMk cId="2594599113" sldId="261"/>
            <ac:spMk id="4" creationId="{00EA8162-70FC-C008-38B1-53BB937110D4}"/>
          </ac:spMkLst>
        </pc:spChg>
        <pc:picChg chg="del">
          <ac:chgData name="Qian, Kaiyang" userId="b75c2dfd-7087-4e6d-8294-e848e36bd412" providerId="ADAL" clId="{9B3AEE6B-2175-4ADB-810D-D3105B3CAA2E}" dt="2025-04-03T19:55:13.524" v="114" actId="478"/>
          <ac:picMkLst>
            <pc:docMk/>
            <pc:sldMk cId="2594599113" sldId="261"/>
            <ac:picMk id="5" creationId="{C644545E-E9AC-C3B2-EBA8-DC4FD5781C80}"/>
          </ac:picMkLst>
        </pc:picChg>
        <pc:picChg chg="add mod ord">
          <ac:chgData name="Qian, Kaiyang" userId="b75c2dfd-7087-4e6d-8294-e848e36bd412" providerId="ADAL" clId="{9B3AEE6B-2175-4ADB-810D-D3105B3CAA2E}" dt="2025-04-03T19:55:22.181" v="115" actId="22"/>
          <ac:picMkLst>
            <pc:docMk/>
            <pc:sldMk cId="2594599113" sldId="261"/>
            <ac:picMk id="7" creationId="{0657A0C3-9B47-555A-32FA-56B6570FC425}"/>
          </ac:picMkLst>
        </pc:picChg>
      </pc:sldChg>
      <pc:sldChg chg="addSp delSp modSp new mod">
        <pc:chgData name="Qian, Kaiyang" userId="b75c2dfd-7087-4e6d-8294-e848e36bd412" providerId="ADAL" clId="{9B3AEE6B-2175-4ADB-810D-D3105B3CAA2E}" dt="2025-04-03T19:56:28.535" v="159" actId="20577"/>
        <pc:sldMkLst>
          <pc:docMk/>
          <pc:sldMk cId="2379900066" sldId="262"/>
        </pc:sldMkLst>
        <pc:spChg chg="mod">
          <ac:chgData name="Qian, Kaiyang" userId="b75c2dfd-7087-4e6d-8294-e848e36bd412" providerId="ADAL" clId="{9B3AEE6B-2175-4ADB-810D-D3105B3CAA2E}" dt="2025-04-03T19:56:28.535" v="159" actId="20577"/>
          <ac:spMkLst>
            <pc:docMk/>
            <pc:sldMk cId="2379900066" sldId="262"/>
            <ac:spMk id="2" creationId="{81D2BD68-9EE5-F63A-997E-EC3E4640DA94}"/>
          </ac:spMkLst>
        </pc:spChg>
        <pc:spChg chg="del">
          <ac:chgData name="Qian, Kaiyang" userId="b75c2dfd-7087-4e6d-8294-e848e36bd412" providerId="ADAL" clId="{9B3AEE6B-2175-4ADB-810D-D3105B3CAA2E}" dt="2025-04-03T19:55:59.327" v="117" actId="34307"/>
          <ac:spMkLst>
            <pc:docMk/>
            <pc:sldMk cId="2379900066" sldId="262"/>
            <ac:spMk id="3" creationId="{8F2FCFC1-4D16-60A8-960C-942E2151BA16}"/>
          </ac:spMkLst>
        </pc:spChg>
        <pc:spChg chg="add del mod">
          <ac:chgData name="Qian, Kaiyang" userId="b75c2dfd-7087-4e6d-8294-e848e36bd412" providerId="ADAL" clId="{9B3AEE6B-2175-4ADB-810D-D3105B3CAA2E}" dt="2025-04-03T19:56:10.655" v="119" actId="22"/>
          <ac:spMkLst>
            <pc:docMk/>
            <pc:sldMk cId="2379900066" sldId="262"/>
            <ac:spMk id="6" creationId="{C117194D-A4DF-ED13-8CB1-11F7C5FB98F8}"/>
          </ac:spMkLst>
        </pc:spChg>
        <pc:picChg chg="add del mod ord">
          <ac:chgData name="Qian, Kaiyang" userId="b75c2dfd-7087-4e6d-8294-e848e36bd412" providerId="ADAL" clId="{9B3AEE6B-2175-4ADB-810D-D3105B3CAA2E}" dt="2025-04-03T19:56:03.927" v="118" actId="478"/>
          <ac:picMkLst>
            <pc:docMk/>
            <pc:sldMk cId="2379900066" sldId="262"/>
            <ac:picMk id="4" creationId="{1AD12B09-4DE3-E476-7F05-491DE1F178F5}"/>
          </ac:picMkLst>
        </pc:picChg>
        <pc:picChg chg="add mod ord">
          <ac:chgData name="Qian, Kaiyang" userId="b75c2dfd-7087-4e6d-8294-e848e36bd412" providerId="ADAL" clId="{9B3AEE6B-2175-4ADB-810D-D3105B3CAA2E}" dt="2025-04-03T19:56:10.655" v="119" actId="22"/>
          <ac:picMkLst>
            <pc:docMk/>
            <pc:sldMk cId="2379900066" sldId="262"/>
            <ac:picMk id="8" creationId="{FC2088C5-159D-5763-3A58-E9F085F486D9}"/>
          </ac:picMkLst>
        </pc:picChg>
      </pc:sldChg>
      <pc:sldChg chg="modSp new mod">
        <pc:chgData name="Qian, Kaiyang" userId="b75c2dfd-7087-4e6d-8294-e848e36bd412" providerId="ADAL" clId="{9B3AEE6B-2175-4ADB-810D-D3105B3CAA2E}" dt="2025-04-03T19:58:31.689" v="171" actId="20577"/>
        <pc:sldMkLst>
          <pc:docMk/>
          <pc:sldMk cId="4176047411" sldId="263"/>
        </pc:sldMkLst>
        <pc:spChg chg="mod">
          <ac:chgData name="Qian, Kaiyang" userId="b75c2dfd-7087-4e6d-8294-e848e36bd412" providerId="ADAL" clId="{9B3AEE6B-2175-4ADB-810D-D3105B3CAA2E}" dt="2025-04-03T19:58:31.689" v="171" actId="20577"/>
          <ac:spMkLst>
            <pc:docMk/>
            <pc:sldMk cId="4176047411" sldId="263"/>
            <ac:spMk id="2" creationId="{457EA57C-8450-EB51-BD08-60359AFEA34B}"/>
          </ac:spMkLst>
        </pc:spChg>
        <pc:spChg chg="mod">
          <ac:chgData name="Qian, Kaiyang" userId="b75c2dfd-7087-4e6d-8294-e848e36bd412" providerId="ADAL" clId="{9B3AEE6B-2175-4ADB-810D-D3105B3CAA2E}" dt="2025-04-03T19:57:48.352" v="167" actId="27636"/>
          <ac:spMkLst>
            <pc:docMk/>
            <pc:sldMk cId="4176047411" sldId="263"/>
            <ac:spMk id="3" creationId="{7B838F9E-E4BF-CCA2-CBDC-0B2427190B44}"/>
          </ac:spMkLst>
        </pc:spChg>
      </pc:sldChg>
      <pc:sldChg chg="new del">
        <pc:chgData name="Qian, Kaiyang" userId="b75c2dfd-7087-4e6d-8294-e848e36bd412" providerId="ADAL" clId="{9B3AEE6B-2175-4ADB-810D-D3105B3CAA2E}" dt="2025-04-03T19:59:36.092" v="173" actId="2696"/>
        <pc:sldMkLst>
          <pc:docMk/>
          <pc:sldMk cId="4132270712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632B-FBA7-D968-DD7A-6B633CB3C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F8259-75CC-71FC-968B-0F737DF02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56A9-A56F-19FC-2EF0-CB0BC12C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C0DD1-4900-7C1B-4A5A-E172E5C1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985B7-AFE4-8766-2E0C-1DEA5E81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6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5EB3-08DE-689E-7CBD-0558CA30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3030-A243-E74D-7126-70324EA3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3699F-7923-FCC0-5B53-D8939AE6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2DCFA-2A4A-5E81-7A6C-A7C70619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3933-A22B-1A44-0C4C-079C7B62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9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E398-EF72-74D3-E7EB-CAFB7DCD7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8CD8F-D91F-4969-256A-E0BF6BFAE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43896-7AE4-CD19-DEA0-88537FEF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E25EB-F2BE-EEFA-0260-1E24DD3B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1C42-68B9-F1A0-2C84-C95929D0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BC37-2A22-FBB7-2379-C004C56D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00383-0389-2274-0E37-2E6B64270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78D43-C5AB-0946-76E6-E5AD4C4D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E36A-9850-211D-7DBA-A0EF5A15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0AD40-093B-D6C8-E93B-B35AAA6A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9DBCE-9EE4-778C-3D70-2AC4F5B6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5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F2C9-F1B1-1E09-DB78-1604B725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DD042-2388-AB0E-4420-14C6FAC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7D21F-FDE4-D11E-632F-832FDCEAF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39773-3F46-4739-27D6-FFD6AC3CA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AC8C8-9121-AB4E-C8DC-1C42CEB73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B358F-6D7D-4EE9-99D2-2F52428C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0B876-208E-905E-34A9-71D89A57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5BF99F-2779-DE45-8CB3-4E7F5B4D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3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4FDC-D36F-E43D-0294-5E033D58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6C70B-C773-2412-90FB-8E4EE562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0B20C-ADF3-660F-D7B0-570EA030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05776-AF78-A348-6FE5-E2FBF190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A0A0A-C721-1FCC-7DA9-80F3E4A7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3F45D-DD6D-0C58-170C-3B0B81F6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C7179-9EBA-00AB-8AC1-8A3054D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7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4D52-B14A-5F25-E9BA-45E95BBA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8A9AD-2975-FE03-6047-C49B9D799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3F7F1-DAAA-179A-2C01-2C18B593D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2537E-792E-9AA5-EB21-7AE5E838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91F95-CE9D-216C-5614-2B2ADD6A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72DDE-872C-D8EA-3D92-26679A0E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FD27-DE88-AB57-99C2-2E2EDAB8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5E621-81D6-27B3-AD98-B23C437BB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7B470-735C-21C5-E766-50768F369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F6542-8482-6A72-08C6-B994238D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06F9A-AAF0-0AF3-DAFC-545452B2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D4633-0E5D-1575-4968-21974F4C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3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E6D5-DEC3-4602-9AF7-CEF63461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FB905-2A3E-15D7-828A-32DE0A1BA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F7225-C63B-581B-D4E8-319565CF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C032-A9AE-3B39-41DE-9E75A9BB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0A637-2E56-5983-06C1-245080CE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8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5788B-DB8E-7C46-68D8-7BF2FA68D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B4E28-B4DA-FCEA-B238-A2B734113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B0708-D49D-791C-357B-F2E3ED54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9953-F1BC-D556-7031-796BEC91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70A09-72D2-D2BF-DDE7-2FB0F481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7222F-D5BA-C509-9F30-0F7FF9C4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44CAF-007F-2FEF-D2A8-9451FD57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695F7-ACDB-44B9-74D2-738C1690A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2E6CC-773E-44E5-8A70-8D444EBE5850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E450-9BAD-5D34-55A4-90B481FE5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6DFE2-6FFA-364D-2E6E-1A1062EB5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7D16-244C-4874-B401-450F8337A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4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5594-7D7F-47A9-C81D-13D8D5694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Medication and DBS </a:t>
            </a:r>
          </a:p>
        </p:txBody>
      </p:sp>
    </p:spTree>
    <p:extLst>
      <p:ext uri="{BB962C8B-B14F-4D97-AF65-F5344CB8AC3E}">
        <p14:creationId xmlns:p14="http://schemas.microsoft.com/office/powerpoint/2010/main" val="421439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A8C7-EB94-9D79-F1F5-B2397BA2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Groups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305E5B-EBEB-7D5F-C3B0-862A81DC0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621" y="1825625"/>
            <a:ext cx="9736758" cy="4351338"/>
          </a:xfrm>
        </p:spPr>
      </p:pic>
    </p:spTree>
    <p:extLst>
      <p:ext uri="{BB962C8B-B14F-4D97-AF65-F5344CB8AC3E}">
        <p14:creationId xmlns:p14="http://schemas.microsoft.com/office/powerpoint/2010/main" val="398510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7444-47B1-F3CB-7702-0C713239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unique participants in each group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32C40D-A272-D409-C3FE-25FC74B88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856" y="1825625"/>
            <a:ext cx="7498287" cy="4351338"/>
          </a:xfrm>
        </p:spPr>
      </p:pic>
    </p:spTree>
    <p:extLst>
      <p:ext uri="{BB962C8B-B14F-4D97-AF65-F5344CB8AC3E}">
        <p14:creationId xmlns:p14="http://schemas.microsoft.com/office/powerpoint/2010/main" val="223820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8FAD-5A5B-D4ED-0B5F-62DC6A75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average performance scores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AE3870-6CDB-7B2E-465D-DA5BCCFC3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8436"/>
            <a:ext cx="10515600" cy="3325716"/>
          </a:xfrm>
        </p:spPr>
      </p:pic>
    </p:spTree>
    <p:extLst>
      <p:ext uri="{BB962C8B-B14F-4D97-AF65-F5344CB8AC3E}">
        <p14:creationId xmlns:p14="http://schemas.microsoft.com/office/powerpoint/2010/main" val="285188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E42A-8870-A88B-F1B9-19F982A7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Sit-to-Stand (Whole Episode Duration) by Condition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F05C3-0347-56B9-3570-6E6665E4B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797" y="1825625"/>
            <a:ext cx="7714406" cy="4351338"/>
          </a:xfrm>
        </p:spPr>
      </p:pic>
    </p:spTree>
    <p:extLst>
      <p:ext uri="{BB962C8B-B14F-4D97-AF65-F5344CB8AC3E}">
        <p14:creationId xmlns:p14="http://schemas.microsoft.com/office/powerpoint/2010/main" val="56889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C0FB-A67A-66F6-A1F1-DDFE37C6F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F37C-9093-B6F9-4CCD-B49F4D3C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Sit-to-Stand (Whole Episode Duration) by Condition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57A0C3-9B47-555A-32FA-56B6570FC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222" y="1825625"/>
            <a:ext cx="7461555" cy="4351338"/>
          </a:xfrm>
        </p:spPr>
      </p:pic>
    </p:spTree>
    <p:extLst>
      <p:ext uri="{BB962C8B-B14F-4D97-AF65-F5344CB8AC3E}">
        <p14:creationId xmlns:p14="http://schemas.microsoft.com/office/powerpoint/2010/main" val="259459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BD68-9EE5-F63A-997E-EC3E4640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unique participants by group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2088C5-159D-5763-3A58-E9F085F48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916" y="1825625"/>
            <a:ext cx="5570168" cy="4351338"/>
          </a:xfrm>
        </p:spPr>
      </p:pic>
    </p:spTree>
    <p:extLst>
      <p:ext uri="{BB962C8B-B14F-4D97-AF65-F5344CB8AC3E}">
        <p14:creationId xmlns:p14="http://schemas.microsoft.com/office/powerpoint/2010/main" val="237990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A57C-8450-EB51-BD08-60359AFE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: Predicting Parkinson's Severity from Movement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8F9E-E4BF-CCA2-CBDC-0B242719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Extract interpretable biomechanical features from joint movements: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Turning Data: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Angular speed and variability:</a:t>
            </a:r>
            <a:r>
              <a:rPr lang="en-US" dirty="0"/>
              <a:t> High variability in turning speed might correlate with PD.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Step symmetry:</a:t>
            </a:r>
            <a:r>
              <a:rPr lang="en-US" dirty="0"/>
              <a:t> Differences between left/right movements could indicate motor control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Path smoothness:</a:t>
            </a:r>
            <a:r>
              <a:rPr lang="en-US" dirty="0"/>
              <a:t> Analyze joint trajectories to identify abnormal movements, tremors, or hesitation.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Sit-to-Stand Data: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Velocity of movement:</a:t>
            </a:r>
            <a:r>
              <a:rPr lang="en-US" dirty="0"/>
              <a:t> PD patients might stand up slower or less smoothly.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Postural instability:</a:t>
            </a:r>
            <a:r>
              <a:rPr lang="en-US" dirty="0"/>
              <a:t> Assess trunk lean or head position during the rising phase.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Compensation strategies:</a:t>
            </a:r>
            <a:r>
              <a:rPr lang="en-US" dirty="0"/>
              <a:t> Use of arms, multiple attempts, or leaning forward excessively.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4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148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Medication and DBS </vt:lpstr>
      <vt:lpstr>Filter Groups</vt:lpstr>
      <vt:lpstr>Count unique participants in each group</vt:lpstr>
      <vt:lpstr>Compare average performance scores</vt:lpstr>
      <vt:lpstr>Sit-to-Stand (Whole Episode Duration) by Condition</vt:lpstr>
      <vt:lpstr>Sit-to-Stand (Whole Episode Duration) by Condition</vt:lpstr>
      <vt:lpstr>Number of unique participants by group</vt:lpstr>
      <vt:lpstr>Ideas : Predicting Parkinson's Severity from Movement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2025-04-03T18:58:30Z</dcterms:created>
  <dcterms:modified xsi:type="dcterms:W3CDTF">2025-04-03T19:59:44Z</dcterms:modified>
</cp:coreProperties>
</file>