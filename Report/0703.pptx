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BD0C72-74B8-48AD-A86E-FAD34B669A31}" v="6" dt="2025-07-03T19:33:13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an, Kaiyang" userId="b75c2dfd-7087-4e6d-8294-e848e36bd412" providerId="ADAL" clId="{33BD0C72-74B8-48AD-A86E-FAD34B669A31}"/>
    <pc:docChg chg="custSel addSld modSld sldOrd">
      <pc:chgData name="Qian, Kaiyang" userId="b75c2dfd-7087-4e6d-8294-e848e36bd412" providerId="ADAL" clId="{33BD0C72-74B8-48AD-A86E-FAD34B669A31}" dt="2025-07-03T19:34:30.646" v="397" actId="1076"/>
      <pc:docMkLst>
        <pc:docMk/>
      </pc:docMkLst>
      <pc:sldChg chg="addSp delSp modSp mod">
        <pc:chgData name="Qian, Kaiyang" userId="b75c2dfd-7087-4e6d-8294-e848e36bd412" providerId="ADAL" clId="{33BD0C72-74B8-48AD-A86E-FAD34B669A31}" dt="2025-07-03T18:59:39.296" v="20" actId="1076"/>
        <pc:sldMkLst>
          <pc:docMk/>
          <pc:sldMk cId="3646291844" sldId="256"/>
        </pc:sldMkLst>
        <pc:spChg chg="mod">
          <ac:chgData name="Qian, Kaiyang" userId="b75c2dfd-7087-4e6d-8294-e848e36bd412" providerId="ADAL" clId="{33BD0C72-74B8-48AD-A86E-FAD34B669A31}" dt="2025-07-03T18:59:17.133" v="4" actId="20577"/>
          <ac:spMkLst>
            <pc:docMk/>
            <pc:sldMk cId="3646291844" sldId="256"/>
            <ac:spMk id="2" creationId="{4934A0F0-DC4A-CD2D-2F75-D0C79F6C1B1A}"/>
          </ac:spMkLst>
        </pc:spChg>
        <pc:spChg chg="del">
          <ac:chgData name="Qian, Kaiyang" userId="b75c2dfd-7087-4e6d-8294-e848e36bd412" providerId="ADAL" clId="{33BD0C72-74B8-48AD-A86E-FAD34B669A31}" dt="2025-07-03T18:59:24.159" v="5" actId="478"/>
          <ac:spMkLst>
            <pc:docMk/>
            <pc:sldMk cId="3646291844" sldId="256"/>
            <ac:spMk id="3" creationId="{5087B899-E1C1-3EC0-E6B9-DC8A6E121B61}"/>
          </ac:spMkLst>
        </pc:spChg>
        <pc:spChg chg="add mod">
          <ac:chgData name="Qian, Kaiyang" userId="b75c2dfd-7087-4e6d-8294-e848e36bd412" providerId="ADAL" clId="{33BD0C72-74B8-48AD-A86E-FAD34B669A31}" dt="2025-07-03T18:59:39.296" v="20" actId="1076"/>
          <ac:spMkLst>
            <pc:docMk/>
            <pc:sldMk cId="3646291844" sldId="256"/>
            <ac:spMk id="4" creationId="{48BA4E42-0BA6-9541-9BFD-A338323ED567}"/>
          </ac:spMkLst>
        </pc:spChg>
      </pc:sldChg>
      <pc:sldChg chg="addSp delSp modSp new mod">
        <pc:chgData name="Qian, Kaiyang" userId="b75c2dfd-7087-4e6d-8294-e848e36bd412" providerId="ADAL" clId="{33BD0C72-74B8-48AD-A86E-FAD34B669A31}" dt="2025-07-03T19:34:23.965" v="396" actId="1076"/>
        <pc:sldMkLst>
          <pc:docMk/>
          <pc:sldMk cId="3951986519" sldId="257"/>
        </pc:sldMkLst>
        <pc:spChg chg="mod">
          <ac:chgData name="Qian, Kaiyang" userId="b75c2dfd-7087-4e6d-8294-e848e36bd412" providerId="ADAL" clId="{33BD0C72-74B8-48AD-A86E-FAD34B669A31}" dt="2025-07-03T19:29:55.174" v="318"/>
          <ac:spMkLst>
            <pc:docMk/>
            <pc:sldMk cId="3951986519" sldId="257"/>
            <ac:spMk id="2" creationId="{30F90F26-E6EA-4276-DF21-BD7BD79C019E}"/>
          </ac:spMkLst>
        </pc:spChg>
        <pc:spChg chg="del">
          <ac:chgData name="Qian, Kaiyang" userId="b75c2dfd-7087-4e6d-8294-e848e36bd412" providerId="ADAL" clId="{33BD0C72-74B8-48AD-A86E-FAD34B669A31}" dt="2025-07-03T19:15:33.897" v="291" actId="22"/>
          <ac:spMkLst>
            <pc:docMk/>
            <pc:sldMk cId="3951986519" sldId="257"/>
            <ac:spMk id="3" creationId="{0D09FA9A-5248-0F26-8240-BE9A293796B5}"/>
          </ac:spMkLst>
        </pc:spChg>
        <pc:picChg chg="add mod ord">
          <ac:chgData name="Qian, Kaiyang" userId="b75c2dfd-7087-4e6d-8294-e848e36bd412" providerId="ADAL" clId="{33BD0C72-74B8-48AD-A86E-FAD34B669A31}" dt="2025-07-03T19:34:23.965" v="396" actId="1076"/>
          <ac:picMkLst>
            <pc:docMk/>
            <pc:sldMk cId="3951986519" sldId="257"/>
            <ac:picMk id="5" creationId="{40C8BD7B-7BD5-3D7D-B061-D58F3133C8DF}"/>
          </ac:picMkLst>
        </pc:picChg>
      </pc:sldChg>
      <pc:sldChg chg="addSp modSp new mod">
        <pc:chgData name="Qian, Kaiyang" userId="b75c2dfd-7087-4e6d-8294-e848e36bd412" providerId="ADAL" clId="{33BD0C72-74B8-48AD-A86E-FAD34B669A31}" dt="2025-07-03T19:34:30.646" v="397" actId="1076"/>
        <pc:sldMkLst>
          <pc:docMk/>
          <pc:sldMk cId="974616195" sldId="258"/>
        </pc:sldMkLst>
        <pc:spChg chg="mod">
          <ac:chgData name="Qian, Kaiyang" userId="b75c2dfd-7087-4e6d-8294-e848e36bd412" providerId="ADAL" clId="{33BD0C72-74B8-48AD-A86E-FAD34B669A31}" dt="2025-07-03T19:05:59.471" v="76" actId="20577"/>
          <ac:spMkLst>
            <pc:docMk/>
            <pc:sldMk cId="974616195" sldId="258"/>
            <ac:spMk id="2" creationId="{AC60ACA3-C74D-BCD2-78EF-9D001DF3D168}"/>
          </ac:spMkLst>
        </pc:spChg>
        <pc:spChg chg="mod">
          <ac:chgData name="Qian, Kaiyang" userId="b75c2dfd-7087-4e6d-8294-e848e36bd412" providerId="ADAL" clId="{33BD0C72-74B8-48AD-A86E-FAD34B669A31}" dt="2025-07-03T19:07:52.067" v="290"/>
          <ac:spMkLst>
            <pc:docMk/>
            <pc:sldMk cId="974616195" sldId="258"/>
            <ac:spMk id="3" creationId="{87999E9E-0CB4-653D-32CB-A0E9DE6FD270}"/>
          </ac:spMkLst>
        </pc:spChg>
        <pc:picChg chg="add mod">
          <ac:chgData name="Qian, Kaiyang" userId="b75c2dfd-7087-4e6d-8294-e848e36bd412" providerId="ADAL" clId="{33BD0C72-74B8-48AD-A86E-FAD34B669A31}" dt="2025-07-03T19:34:30.646" v="397" actId="1076"/>
          <ac:picMkLst>
            <pc:docMk/>
            <pc:sldMk cId="974616195" sldId="258"/>
            <ac:picMk id="5" creationId="{BEBCFFFB-8529-D644-B8A4-F9C19B77B36C}"/>
          </ac:picMkLst>
        </pc:picChg>
      </pc:sldChg>
      <pc:sldChg chg="addSp delSp modSp new mod">
        <pc:chgData name="Qian, Kaiyang" userId="b75c2dfd-7087-4e6d-8294-e848e36bd412" providerId="ADAL" clId="{33BD0C72-74B8-48AD-A86E-FAD34B669A31}" dt="2025-07-03T19:30:39.246" v="325" actId="1076"/>
        <pc:sldMkLst>
          <pc:docMk/>
          <pc:sldMk cId="106555087" sldId="259"/>
        </pc:sldMkLst>
        <pc:spChg chg="mod">
          <ac:chgData name="Qian, Kaiyang" userId="b75c2dfd-7087-4e6d-8294-e848e36bd412" providerId="ADAL" clId="{33BD0C72-74B8-48AD-A86E-FAD34B669A31}" dt="2025-07-03T19:30:38.315" v="324"/>
          <ac:spMkLst>
            <pc:docMk/>
            <pc:sldMk cId="106555087" sldId="259"/>
            <ac:spMk id="2" creationId="{38C1D602-10D9-2CFE-BB2D-219950FB193D}"/>
          </ac:spMkLst>
        </pc:spChg>
        <pc:spChg chg="del">
          <ac:chgData name="Qian, Kaiyang" userId="b75c2dfd-7087-4e6d-8294-e848e36bd412" providerId="ADAL" clId="{33BD0C72-74B8-48AD-A86E-FAD34B669A31}" dt="2025-07-03T19:17:36.563" v="297" actId="22"/>
          <ac:spMkLst>
            <pc:docMk/>
            <pc:sldMk cId="106555087" sldId="259"/>
            <ac:spMk id="3" creationId="{355F3AAB-6A68-855C-FF9F-624287ED66D1}"/>
          </ac:spMkLst>
        </pc:spChg>
        <pc:picChg chg="add mod ord">
          <ac:chgData name="Qian, Kaiyang" userId="b75c2dfd-7087-4e6d-8294-e848e36bd412" providerId="ADAL" clId="{33BD0C72-74B8-48AD-A86E-FAD34B669A31}" dt="2025-07-03T19:30:39.246" v="325" actId="1076"/>
          <ac:picMkLst>
            <pc:docMk/>
            <pc:sldMk cId="106555087" sldId="259"/>
            <ac:picMk id="5" creationId="{CE5CD98F-64DC-4EE5-BC89-8F811A909CDF}"/>
          </ac:picMkLst>
        </pc:picChg>
      </pc:sldChg>
      <pc:sldChg chg="addSp delSp modSp new mod">
        <pc:chgData name="Qian, Kaiyang" userId="b75c2dfd-7087-4e6d-8294-e848e36bd412" providerId="ADAL" clId="{33BD0C72-74B8-48AD-A86E-FAD34B669A31}" dt="2025-07-03T19:30:41.236" v="327" actId="1076"/>
        <pc:sldMkLst>
          <pc:docMk/>
          <pc:sldMk cId="2942293226" sldId="260"/>
        </pc:sldMkLst>
        <pc:spChg chg="mod">
          <ac:chgData name="Qian, Kaiyang" userId="b75c2dfd-7087-4e6d-8294-e848e36bd412" providerId="ADAL" clId="{33BD0C72-74B8-48AD-A86E-FAD34B669A31}" dt="2025-07-03T19:30:40.399" v="326"/>
          <ac:spMkLst>
            <pc:docMk/>
            <pc:sldMk cId="2942293226" sldId="260"/>
            <ac:spMk id="2" creationId="{953E83EE-9F80-2E79-796C-8E9C3AAC0C7A}"/>
          </ac:spMkLst>
        </pc:spChg>
        <pc:spChg chg="del">
          <ac:chgData name="Qian, Kaiyang" userId="b75c2dfd-7087-4e6d-8294-e848e36bd412" providerId="ADAL" clId="{33BD0C72-74B8-48AD-A86E-FAD34B669A31}" dt="2025-07-03T19:18:08.780" v="299" actId="22"/>
          <ac:spMkLst>
            <pc:docMk/>
            <pc:sldMk cId="2942293226" sldId="260"/>
            <ac:spMk id="3" creationId="{40131B6A-7ABE-0A50-B10F-ED6488102B62}"/>
          </ac:spMkLst>
        </pc:spChg>
        <pc:picChg chg="add mod ord">
          <ac:chgData name="Qian, Kaiyang" userId="b75c2dfd-7087-4e6d-8294-e848e36bd412" providerId="ADAL" clId="{33BD0C72-74B8-48AD-A86E-FAD34B669A31}" dt="2025-07-03T19:30:41.236" v="327" actId="1076"/>
          <ac:picMkLst>
            <pc:docMk/>
            <pc:sldMk cId="2942293226" sldId="260"/>
            <ac:picMk id="5" creationId="{DD787ED2-71C4-6884-598C-AF9BF831803F}"/>
          </ac:picMkLst>
        </pc:picChg>
      </pc:sldChg>
      <pc:sldChg chg="addSp delSp modSp new mod">
        <pc:chgData name="Qian, Kaiyang" userId="b75c2dfd-7087-4e6d-8294-e848e36bd412" providerId="ADAL" clId="{33BD0C72-74B8-48AD-A86E-FAD34B669A31}" dt="2025-07-03T19:33:01.327" v="388" actId="1076"/>
        <pc:sldMkLst>
          <pc:docMk/>
          <pc:sldMk cId="1535282283" sldId="261"/>
        </pc:sldMkLst>
        <pc:spChg chg="mod">
          <ac:chgData name="Qian, Kaiyang" userId="b75c2dfd-7087-4e6d-8294-e848e36bd412" providerId="ADAL" clId="{33BD0C72-74B8-48AD-A86E-FAD34B669A31}" dt="2025-07-03T19:33:01.327" v="388" actId="1076"/>
          <ac:spMkLst>
            <pc:docMk/>
            <pc:sldMk cId="1535282283" sldId="261"/>
            <ac:spMk id="2" creationId="{5B8BC2CF-CC21-0AE8-9681-E0B5279B5EF8}"/>
          </ac:spMkLst>
        </pc:spChg>
        <pc:spChg chg="del">
          <ac:chgData name="Qian, Kaiyang" userId="b75c2dfd-7087-4e6d-8294-e848e36bd412" providerId="ADAL" clId="{33BD0C72-74B8-48AD-A86E-FAD34B669A31}" dt="2025-07-03T19:18:45.132" v="301" actId="22"/>
          <ac:spMkLst>
            <pc:docMk/>
            <pc:sldMk cId="1535282283" sldId="261"/>
            <ac:spMk id="3" creationId="{8DB53274-F4E2-C717-99FE-F9093EB4A83F}"/>
          </ac:spMkLst>
        </pc:spChg>
        <pc:spChg chg="add del mod">
          <ac:chgData name="Qian, Kaiyang" userId="b75c2dfd-7087-4e6d-8294-e848e36bd412" providerId="ADAL" clId="{33BD0C72-74B8-48AD-A86E-FAD34B669A31}" dt="2025-07-03T19:32:39.422" v="346" actId="22"/>
          <ac:spMkLst>
            <pc:docMk/>
            <pc:sldMk cId="1535282283" sldId="261"/>
            <ac:spMk id="7" creationId="{AB4BA05B-3989-039C-950A-167F314C14DB}"/>
          </ac:spMkLst>
        </pc:spChg>
        <pc:picChg chg="add del mod ord">
          <ac:chgData name="Qian, Kaiyang" userId="b75c2dfd-7087-4e6d-8294-e848e36bd412" providerId="ADAL" clId="{33BD0C72-74B8-48AD-A86E-FAD34B669A31}" dt="2025-07-03T19:32:37.981" v="345" actId="478"/>
          <ac:picMkLst>
            <pc:docMk/>
            <pc:sldMk cId="1535282283" sldId="261"/>
            <ac:picMk id="5" creationId="{403276CE-5003-F2BF-BBE2-1B858AA8D110}"/>
          </ac:picMkLst>
        </pc:picChg>
        <pc:picChg chg="add mod ord">
          <ac:chgData name="Qian, Kaiyang" userId="b75c2dfd-7087-4e6d-8294-e848e36bd412" providerId="ADAL" clId="{33BD0C72-74B8-48AD-A86E-FAD34B669A31}" dt="2025-07-03T19:32:43.734" v="349" actId="1076"/>
          <ac:picMkLst>
            <pc:docMk/>
            <pc:sldMk cId="1535282283" sldId="261"/>
            <ac:picMk id="9" creationId="{F8AC8823-97CD-AD57-B75D-97ACBA0F3DC2}"/>
          </ac:picMkLst>
        </pc:picChg>
      </pc:sldChg>
      <pc:sldChg chg="addSp delSp modSp new mod ord">
        <pc:chgData name="Qian, Kaiyang" userId="b75c2dfd-7087-4e6d-8294-e848e36bd412" providerId="ADAL" clId="{33BD0C72-74B8-48AD-A86E-FAD34B669A31}" dt="2025-07-03T19:33:13.587" v="389"/>
        <pc:sldMkLst>
          <pc:docMk/>
          <pc:sldMk cId="1994476281" sldId="262"/>
        </pc:sldMkLst>
        <pc:spChg chg="mod">
          <ac:chgData name="Qian, Kaiyang" userId="b75c2dfd-7087-4e6d-8294-e848e36bd412" providerId="ADAL" clId="{33BD0C72-74B8-48AD-A86E-FAD34B669A31}" dt="2025-07-03T19:33:13.587" v="389"/>
          <ac:spMkLst>
            <pc:docMk/>
            <pc:sldMk cId="1994476281" sldId="262"/>
            <ac:spMk id="2" creationId="{9BEFC84D-8F3C-BF69-4032-CE9508F900B6}"/>
          </ac:spMkLst>
        </pc:spChg>
        <pc:spChg chg="del">
          <ac:chgData name="Qian, Kaiyang" userId="b75c2dfd-7087-4e6d-8294-e848e36bd412" providerId="ADAL" clId="{33BD0C72-74B8-48AD-A86E-FAD34B669A31}" dt="2025-07-03T19:19:23.640" v="307" actId="22"/>
          <ac:spMkLst>
            <pc:docMk/>
            <pc:sldMk cId="1994476281" sldId="262"/>
            <ac:spMk id="3" creationId="{6D080503-AA59-9AC8-317B-012706DBB94F}"/>
          </ac:spMkLst>
        </pc:spChg>
        <pc:picChg chg="add mod ord">
          <ac:chgData name="Qian, Kaiyang" userId="b75c2dfd-7087-4e6d-8294-e848e36bd412" providerId="ADAL" clId="{33BD0C72-74B8-48AD-A86E-FAD34B669A31}" dt="2025-07-03T19:28:49.688" v="310" actId="14100"/>
          <ac:picMkLst>
            <pc:docMk/>
            <pc:sldMk cId="1994476281" sldId="262"/>
            <ac:picMk id="5" creationId="{119A15EC-3DE3-344E-07A4-2B06068568C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B639-D5F5-DEA7-C005-BD6AF101B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D2CB8-08EC-466F-74D9-6701A3751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51869-A9CF-FB40-F3CA-E880CC379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13BD-F6FE-4E01-B889-0FBAD289BC13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E4C95-D825-16EA-7AA8-FA8AA9F13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C0669-D646-0DCD-642A-928D3BA7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8B5-C683-47D5-AFC5-A6706F97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48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894D-C640-9A28-685C-A69BF421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6DF9E-8F87-9C12-69FF-6B731C900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82B04-526D-D221-0168-81D7F9DDC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13BD-F6FE-4E01-B889-0FBAD289BC13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BDA46-359F-D52A-9680-A9B955FB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A5612-8CE4-7BDB-7B17-97A3C83B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8B5-C683-47D5-AFC5-A6706F97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59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69852-219D-477A-9533-1A6D167B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E085C-CFAA-5242-C6FE-50916184F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626ED-9372-6DC4-8E3B-F0CCADD65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13BD-F6FE-4E01-B889-0FBAD289BC13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F0254-AA51-7CE1-CCBD-A42E669A5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760BA-4CA5-D5F3-C9A8-FB3AA6DF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8B5-C683-47D5-AFC5-A6706F97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5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CE369-DF26-78A4-52F9-60238CDE7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33E5C-3B9A-4DC0-6A02-2172B58C0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68DC1-8FA1-0E73-5DA9-F70B25EBC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F152E-85B2-5F7B-E37F-F675DB43C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13BD-F6FE-4E01-B889-0FBAD289BC13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23C9F-A3E9-8463-0B3A-D0CCE2E0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A6C81-829E-B87E-666C-E26E027CF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8B5-C683-47D5-AFC5-A6706F97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0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F6C02-1404-32E4-7A22-DDECF1A9D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05380-A61D-78D9-7B95-A1536946F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9BCC4-62A9-11DF-7185-86BE02A8B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4D861E-E5A9-3526-BC8B-16F587AF7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8D02F-AEBF-505F-1704-8B202CF63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C320D-425D-5347-2638-3411BA9FD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13BD-F6FE-4E01-B889-0FBAD289BC13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329E4-CA3A-B876-B658-2DF4B133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023071-7A37-F68F-D350-9513099F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8B5-C683-47D5-AFC5-A6706F97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01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70A2C-9986-BDF4-99AA-DFC890FA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18CDAE-ABF9-E787-CBC1-C1F628090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13BD-F6FE-4E01-B889-0FBAD289BC13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9FF23-83BE-5CBA-1080-A8C25846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852C1-0AF1-D9FE-6B69-56FFC3D55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8B5-C683-47D5-AFC5-A6706F97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21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933B74-2E5A-A86A-F824-64386F9E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13BD-F6FE-4E01-B889-0FBAD289BC13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507855-F6A0-E3D9-1F8E-E03C6948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B95CA-68BD-500B-613A-FDF2E8C55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8B5-C683-47D5-AFC5-A6706F97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62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5D2BE-6DE5-197C-4929-DFF455D83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A5386-1778-B2A3-FB66-0D43F42D3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ABACC-F2B2-27EA-3B3B-C8E61ACCE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653AE-19AE-D453-A6D3-240B157A9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13BD-F6FE-4E01-B889-0FBAD289BC13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C6C63-0443-8BD3-75DF-1CEBE8166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21653-C01F-BDCE-165A-DEB500A3B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8B5-C683-47D5-AFC5-A6706F97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438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8D992-7D39-4AC3-CC2E-0F675732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DA0333-F2F3-C7CE-49A0-E1E9288FD9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30DF5-3F7B-B038-509A-45E6E7448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BD572-26F7-45DA-8EE2-D17554D8E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13BD-F6FE-4E01-B889-0FBAD289BC13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A225B-C4D7-BDDB-AA4A-E9FC336E0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A046D-28F1-72A0-0BA5-A3BDED6C3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8B5-C683-47D5-AFC5-A6706F97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3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814-4AA4-4083-FBDC-B8A59DA91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F2A3B-FD60-4811-DFE7-50A623435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598B1-53F6-A4FE-5871-6A820983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13BD-F6FE-4E01-B889-0FBAD289BC13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41587-9343-BB00-C8A1-5B90A4D19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0A80A-54E7-7195-C4E5-14A58431C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8B5-C683-47D5-AFC5-A6706F97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9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5DB6CB-9167-84F1-B5D1-EAD4D56BA9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A7629-F047-D978-6B2B-881A4A003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EB565-B2C1-8BCA-2897-67875E84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13BD-F6FE-4E01-B889-0FBAD289BC13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BF522-0BC4-7E7E-B66D-B24E66C05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19EC7-4DD7-B556-783B-F925939E1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8B5-C683-47D5-AFC5-A6706F97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9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DF9AFD-0BA2-E34C-527C-650F5D1A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3D45C-0772-76E4-8851-177F8CCAD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6B6AA-A083-B079-2D93-FC6A6FF7BD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413BD-F6FE-4E01-B889-0FBAD289BC13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E7CA8-F3FA-8BE5-1CD9-D6B93B703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A40D3-26A0-F9D6-09E6-EE0960E19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3F8B5-C683-47D5-AFC5-A6706F97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7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4A0F0-DC4A-CD2D-2F75-D0C79F6C1B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07/03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A4E42-0BA6-9541-9BFD-A338323ED567}"/>
              </a:ext>
            </a:extLst>
          </p:cNvPr>
          <p:cNvSpPr txBox="1"/>
          <p:nvPr/>
        </p:nvSpPr>
        <p:spPr>
          <a:xfrm>
            <a:off x="9238129" y="5528520"/>
            <a:ext cx="255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Kaiyang Qian </a:t>
            </a:r>
          </a:p>
        </p:txBody>
      </p:sp>
    </p:spTree>
    <p:extLst>
      <p:ext uri="{BB962C8B-B14F-4D97-AF65-F5344CB8AC3E}">
        <p14:creationId xmlns:p14="http://schemas.microsoft.com/office/powerpoint/2010/main" val="3646291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CA3-C74D-BCD2-78EF-9D001DF3D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99E9E-0CB4-653D-32CB-A0E9DE6FD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time, we analyzed turning data focusing on 90-degree pivot turns. However, the results appeared counterintuitive. Therefore, this time we are focusing on 180-degree pivot turns to explore whether we can identify any differences.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BCFFFB-8529-D644-B8A4-F9C19B77B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14966"/>
            <a:ext cx="5804351" cy="302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616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90F26-E6EA-4276-DF21-BD7BD79C0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180-Degree Pivot Turns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C8BD7B-7BD5-3D7D-B061-D58F3133C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0266" y="2118527"/>
            <a:ext cx="8886229" cy="3941805"/>
          </a:xfrm>
        </p:spPr>
      </p:pic>
    </p:spTree>
    <p:extLst>
      <p:ext uri="{BB962C8B-B14F-4D97-AF65-F5344CB8AC3E}">
        <p14:creationId xmlns:p14="http://schemas.microsoft.com/office/powerpoint/2010/main" val="3951986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1D602-10D9-2CFE-BB2D-219950FB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180-Degree Pivot Turns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5CD98F-64DC-4EE5-BC89-8F811A909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345" y="2202084"/>
            <a:ext cx="9292518" cy="3921676"/>
          </a:xfrm>
        </p:spPr>
      </p:pic>
    </p:spTree>
    <p:extLst>
      <p:ext uri="{BB962C8B-B14F-4D97-AF65-F5344CB8AC3E}">
        <p14:creationId xmlns:p14="http://schemas.microsoft.com/office/powerpoint/2010/main" val="106555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E83EE-9F80-2E79-796C-8E9C3AAC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180-Degree Pivot Turns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787ED2-71C4-6884-598C-AF9BF8318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1262"/>
            <a:ext cx="9029093" cy="4064108"/>
          </a:xfrm>
        </p:spPr>
      </p:pic>
    </p:spTree>
    <p:extLst>
      <p:ext uri="{BB962C8B-B14F-4D97-AF65-F5344CB8AC3E}">
        <p14:creationId xmlns:p14="http://schemas.microsoft.com/office/powerpoint/2010/main" val="2942293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FC84D-8F3C-BF69-4032-CE9508F90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180-Degree Pivot Turns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9A15EC-3DE3-344E-07A4-2B0606856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779" y="1749424"/>
            <a:ext cx="4780103" cy="4911219"/>
          </a:xfrm>
        </p:spPr>
      </p:pic>
    </p:spTree>
    <p:extLst>
      <p:ext uri="{BB962C8B-B14F-4D97-AF65-F5344CB8AC3E}">
        <p14:creationId xmlns:p14="http://schemas.microsoft.com/office/powerpoint/2010/main" val="1994476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BC2CF-CC21-0AE8-9681-E0B5279B5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142" y="360931"/>
            <a:ext cx="10515600" cy="1325563"/>
          </a:xfrm>
        </p:spPr>
        <p:txBody>
          <a:bodyPr/>
          <a:lstStyle/>
          <a:p>
            <a:r>
              <a:rPr lang="en-US" dirty="0"/>
              <a:t>Classification model of On or Off medication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8AC8823-97CD-AD57-B75D-97ACBA0F3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008" y="1511038"/>
            <a:ext cx="4877392" cy="5225511"/>
          </a:xfrm>
        </p:spPr>
      </p:pic>
    </p:spTree>
    <p:extLst>
      <p:ext uri="{BB962C8B-B14F-4D97-AF65-F5344CB8AC3E}">
        <p14:creationId xmlns:p14="http://schemas.microsoft.com/office/powerpoint/2010/main" val="1535282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71</Words>
  <Application>Microsoft Office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07/03</vt:lpstr>
      <vt:lpstr>Goal</vt:lpstr>
      <vt:lpstr>Analysis of 180-Degree Pivot Turns</vt:lpstr>
      <vt:lpstr>Analysis of 180-Degree Pivot Turns</vt:lpstr>
      <vt:lpstr>Analysis of 180-Degree Pivot Turns</vt:lpstr>
      <vt:lpstr>Analysis of 180-Degree Pivot Turns</vt:lpstr>
      <vt:lpstr>Classification model of On or Off medication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Qian, Kaiyang</dc:creator>
  <cp:lastModifiedBy>Qian, Kaiyang</cp:lastModifiedBy>
  <cp:revision>1</cp:revision>
  <dcterms:created xsi:type="dcterms:W3CDTF">2025-07-03T18:58:52Z</dcterms:created>
  <dcterms:modified xsi:type="dcterms:W3CDTF">2025-07-03T19:34:33Z</dcterms:modified>
</cp:coreProperties>
</file>