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517034-B948-450C-B671-CCCE33809EFB}" v="44" dt="2025-07-10T20:08:54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an, Kaiyang" userId="b75c2dfd-7087-4e6d-8294-e848e36bd412" providerId="ADAL" clId="{BE517034-B948-450C-B671-CCCE33809EFB}"/>
    <pc:docChg chg="custSel addSld delSld modSld sldOrd">
      <pc:chgData name="Qian, Kaiyang" userId="b75c2dfd-7087-4e6d-8294-e848e36bd412" providerId="ADAL" clId="{BE517034-B948-450C-B671-CCCE33809EFB}" dt="2025-07-10T20:08:54.558" v="427" actId="1076"/>
      <pc:docMkLst>
        <pc:docMk/>
      </pc:docMkLst>
      <pc:sldChg chg="addSp modSp new mod">
        <pc:chgData name="Qian, Kaiyang" userId="b75c2dfd-7087-4e6d-8294-e848e36bd412" providerId="ADAL" clId="{BE517034-B948-450C-B671-CCCE33809EFB}" dt="2025-07-10T19:43:10.733" v="247" actId="1076"/>
        <pc:sldMkLst>
          <pc:docMk/>
          <pc:sldMk cId="3469609195" sldId="256"/>
        </pc:sldMkLst>
        <pc:spChg chg="mod">
          <ac:chgData name="Qian, Kaiyang" userId="b75c2dfd-7087-4e6d-8294-e848e36bd412" providerId="ADAL" clId="{BE517034-B948-450C-B671-CCCE33809EFB}" dt="2025-07-10T19:43:07.699" v="246"/>
          <ac:spMkLst>
            <pc:docMk/>
            <pc:sldMk cId="3469609195" sldId="256"/>
            <ac:spMk id="2" creationId="{C46F8D03-C6D7-8068-D544-E46362ACC60A}"/>
          </ac:spMkLst>
        </pc:spChg>
        <pc:spChg chg="mod">
          <ac:chgData name="Qian, Kaiyang" userId="b75c2dfd-7087-4e6d-8294-e848e36bd412" providerId="ADAL" clId="{BE517034-B948-450C-B671-CCCE33809EFB}" dt="2025-07-10T19:43:10.733" v="247" actId="1076"/>
          <ac:spMkLst>
            <pc:docMk/>
            <pc:sldMk cId="3469609195" sldId="256"/>
            <ac:spMk id="3" creationId="{D9313977-B8C0-462F-9CE1-EFA92918B6A4}"/>
          </ac:spMkLst>
        </pc:spChg>
        <pc:spChg chg="add">
          <ac:chgData name="Qian, Kaiyang" userId="b75c2dfd-7087-4e6d-8294-e848e36bd412" providerId="ADAL" clId="{BE517034-B948-450C-B671-CCCE33809EFB}" dt="2025-07-10T19:42:36.765" v="244"/>
          <ac:spMkLst>
            <pc:docMk/>
            <pc:sldMk cId="3469609195" sldId="256"/>
            <ac:spMk id="4" creationId="{673267B8-8AF4-A69A-296C-1271877C24C1}"/>
          </ac:spMkLst>
        </pc:spChg>
        <pc:spChg chg="add">
          <ac:chgData name="Qian, Kaiyang" userId="b75c2dfd-7087-4e6d-8294-e848e36bd412" providerId="ADAL" clId="{BE517034-B948-450C-B671-CCCE33809EFB}" dt="2025-07-10T19:42:40.482" v="245"/>
          <ac:spMkLst>
            <pc:docMk/>
            <pc:sldMk cId="3469609195" sldId="256"/>
            <ac:spMk id="5" creationId="{AEE39AFD-6675-2F1E-409A-1142A88B2FEE}"/>
          </ac:spMkLst>
        </pc:spChg>
      </pc:sldChg>
      <pc:sldChg chg="addSp delSp modSp new mod">
        <pc:chgData name="Qian, Kaiyang" userId="b75c2dfd-7087-4e6d-8294-e848e36bd412" providerId="ADAL" clId="{BE517034-B948-450C-B671-CCCE33809EFB}" dt="2025-07-10T19:56:07.363" v="397" actId="20577"/>
        <pc:sldMkLst>
          <pc:docMk/>
          <pc:sldMk cId="3491944224" sldId="257"/>
        </pc:sldMkLst>
        <pc:spChg chg="del mod">
          <ac:chgData name="Qian, Kaiyang" userId="b75c2dfd-7087-4e6d-8294-e848e36bd412" providerId="ADAL" clId="{BE517034-B948-450C-B671-CCCE33809EFB}" dt="2025-07-10T18:20:10.872" v="62"/>
          <ac:spMkLst>
            <pc:docMk/>
            <pc:sldMk cId="3491944224" sldId="257"/>
            <ac:spMk id="2" creationId="{28C82847-028A-B41D-8AE8-ABE7AE812FD6}"/>
          </ac:spMkLst>
        </pc:spChg>
        <pc:spChg chg="del mod">
          <ac:chgData name="Qian, Kaiyang" userId="b75c2dfd-7087-4e6d-8294-e848e36bd412" providerId="ADAL" clId="{BE517034-B948-450C-B671-CCCE33809EFB}" dt="2025-07-10T18:20:04.094" v="59" actId="478"/>
          <ac:spMkLst>
            <pc:docMk/>
            <pc:sldMk cId="3491944224" sldId="257"/>
            <ac:spMk id="3" creationId="{24988087-FC37-42DC-9EFE-AC4A66774049}"/>
          </ac:spMkLst>
        </pc:spChg>
        <pc:spChg chg="add del mod">
          <ac:chgData name="Qian, Kaiyang" userId="b75c2dfd-7087-4e6d-8294-e848e36bd412" providerId="ADAL" clId="{BE517034-B948-450C-B671-CCCE33809EFB}" dt="2025-07-10T18:38:37.141" v="111" actId="478"/>
          <ac:spMkLst>
            <pc:docMk/>
            <pc:sldMk cId="3491944224" sldId="257"/>
            <ac:spMk id="6" creationId="{D580A1C8-A40C-B980-5EE2-8C0FB290D3C7}"/>
          </ac:spMkLst>
        </pc:spChg>
        <pc:spChg chg="add mod">
          <ac:chgData name="Qian, Kaiyang" userId="b75c2dfd-7087-4e6d-8294-e848e36bd412" providerId="ADAL" clId="{BE517034-B948-450C-B671-CCCE33809EFB}" dt="2025-07-10T19:55:19.310" v="381" actId="14100"/>
          <ac:spMkLst>
            <pc:docMk/>
            <pc:sldMk cId="3491944224" sldId="257"/>
            <ac:spMk id="9" creationId="{44BFDA1C-0D96-F9E6-2355-98C8C32454BF}"/>
          </ac:spMkLst>
        </pc:spChg>
        <pc:spChg chg="add mod">
          <ac:chgData name="Qian, Kaiyang" userId="b75c2dfd-7087-4e6d-8294-e848e36bd412" providerId="ADAL" clId="{BE517034-B948-450C-B671-CCCE33809EFB}" dt="2025-07-10T19:56:07.363" v="397" actId="20577"/>
          <ac:spMkLst>
            <pc:docMk/>
            <pc:sldMk cId="3491944224" sldId="257"/>
            <ac:spMk id="10" creationId="{F670C9C2-E87B-B4EF-D8A1-E4D21C207B2A}"/>
          </ac:spMkLst>
        </pc:spChg>
        <pc:spChg chg="add del">
          <ac:chgData name="Qian, Kaiyang" userId="b75c2dfd-7087-4e6d-8294-e848e36bd412" providerId="ADAL" clId="{BE517034-B948-450C-B671-CCCE33809EFB}" dt="2025-07-10T18:38:36.346" v="110" actId="478"/>
          <ac:spMkLst>
            <pc:docMk/>
            <pc:sldMk cId="3491944224" sldId="257"/>
            <ac:spMk id="11" creationId="{CCE553CA-1933-6143-A5FA-376DE48385D6}"/>
          </ac:spMkLst>
        </pc:spChg>
        <pc:spChg chg="add del mod">
          <ac:chgData name="Qian, Kaiyang" userId="b75c2dfd-7087-4e6d-8294-e848e36bd412" providerId="ADAL" clId="{BE517034-B948-450C-B671-CCCE33809EFB}" dt="2025-07-10T18:38:49.211" v="116" actId="478"/>
          <ac:spMkLst>
            <pc:docMk/>
            <pc:sldMk cId="3491944224" sldId="257"/>
            <ac:spMk id="12" creationId="{E7F72E37-352B-3870-F9BE-19C1966DCE0E}"/>
          </ac:spMkLst>
        </pc:spChg>
        <pc:spChg chg="add mod">
          <ac:chgData name="Qian, Kaiyang" userId="b75c2dfd-7087-4e6d-8294-e848e36bd412" providerId="ADAL" clId="{BE517034-B948-450C-B671-CCCE33809EFB}" dt="2025-07-10T19:47:00.802" v="290" actId="108"/>
          <ac:spMkLst>
            <pc:docMk/>
            <pc:sldMk cId="3491944224" sldId="257"/>
            <ac:spMk id="13" creationId="{0DA167C2-C3DE-2920-7BB7-BF557C038159}"/>
          </ac:spMkLst>
        </pc:spChg>
        <pc:picChg chg="add mod">
          <ac:chgData name="Qian, Kaiyang" userId="b75c2dfd-7087-4e6d-8294-e848e36bd412" providerId="ADAL" clId="{BE517034-B948-450C-B671-CCCE33809EFB}" dt="2025-07-10T19:55:22.673" v="382" actId="1076"/>
          <ac:picMkLst>
            <pc:docMk/>
            <pc:sldMk cId="3491944224" sldId="257"/>
            <ac:picMk id="5" creationId="{82789650-6A54-1B20-09DE-C26EEAB0D999}"/>
          </ac:picMkLst>
        </pc:picChg>
        <pc:picChg chg="add mod">
          <ac:chgData name="Qian, Kaiyang" userId="b75c2dfd-7087-4e6d-8294-e848e36bd412" providerId="ADAL" clId="{BE517034-B948-450C-B671-CCCE33809EFB}" dt="2025-07-10T19:46:03.996" v="278" actId="1076"/>
          <ac:picMkLst>
            <pc:docMk/>
            <pc:sldMk cId="3491944224" sldId="257"/>
            <ac:picMk id="8" creationId="{29D78480-6466-607F-EC2C-53564830C685}"/>
          </ac:picMkLst>
        </pc:picChg>
      </pc:sldChg>
      <pc:sldChg chg="addSp delSp modSp new mod ord">
        <pc:chgData name="Qian, Kaiyang" userId="b75c2dfd-7087-4e6d-8294-e848e36bd412" providerId="ADAL" clId="{BE517034-B948-450C-B671-CCCE33809EFB}" dt="2025-07-10T19:46:47.309" v="288" actId="255"/>
        <pc:sldMkLst>
          <pc:docMk/>
          <pc:sldMk cId="3323743572" sldId="258"/>
        </pc:sldMkLst>
        <pc:spChg chg="del mod">
          <ac:chgData name="Qian, Kaiyang" userId="b75c2dfd-7087-4e6d-8294-e848e36bd412" providerId="ADAL" clId="{BE517034-B948-450C-B671-CCCE33809EFB}" dt="2025-07-10T18:40:26.003" v="136" actId="478"/>
          <ac:spMkLst>
            <pc:docMk/>
            <pc:sldMk cId="3323743572" sldId="258"/>
            <ac:spMk id="2" creationId="{F75861D2-6E15-89E2-4C8E-CA6EE12B0B09}"/>
          </ac:spMkLst>
        </pc:spChg>
        <pc:spChg chg="del">
          <ac:chgData name="Qian, Kaiyang" userId="b75c2dfd-7087-4e6d-8294-e848e36bd412" providerId="ADAL" clId="{BE517034-B948-450C-B671-CCCE33809EFB}" dt="2025-07-10T18:40:27.017" v="137" actId="478"/>
          <ac:spMkLst>
            <pc:docMk/>
            <pc:sldMk cId="3323743572" sldId="258"/>
            <ac:spMk id="3" creationId="{3B96F567-863F-F432-3C2E-353CB3C4E33C}"/>
          </ac:spMkLst>
        </pc:spChg>
        <pc:spChg chg="add mod">
          <ac:chgData name="Qian, Kaiyang" userId="b75c2dfd-7087-4e6d-8294-e848e36bd412" providerId="ADAL" clId="{BE517034-B948-450C-B671-CCCE33809EFB}" dt="2025-07-10T19:41:19.928" v="238" actId="20577"/>
          <ac:spMkLst>
            <pc:docMk/>
            <pc:sldMk cId="3323743572" sldId="258"/>
            <ac:spMk id="6" creationId="{9AC67F90-47A3-F78E-1A08-913A01D3DBF3}"/>
          </ac:spMkLst>
        </pc:spChg>
        <pc:spChg chg="add mod">
          <ac:chgData name="Qian, Kaiyang" userId="b75c2dfd-7087-4e6d-8294-e848e36bd412" providerId="ADAL" clId="{BE517034-B948-450C-B671-CCCE33809EFB}" dt="2025-07-10T19:46:37.296" v="285" actId="1076"/>
          <ac:spMkLst>
            <pc:docMk/>
            <pc:sldMk cId="3323743572" sldId="258"/>
            <ac:spMk id="9" creationId="{473DBC3D-B213-2A26-CE37-337AF1FE0DA5}"/>
          </ac:spMkLst>
        </pc:spChg>
        <pc:spChg chg="add">
          <ac:chgData name="Qian, Kaiyang" userId="b75c2dfd-7087-4e6d-8294-e848e36bd412" providerId="ADAL" clId="{BE517034-B948-450C-B671-CCCE33809EFB}" dt="2025-07-10T19:40:20.407" v="173"/>
          <ac:spMkLst>
            <pc:docMk/>
            <pc:sldMk cId="3323743572" sldId="258"/>
            <ac:spMk id="10" creationId="{20AF43BD-B962-CA65-9732-7213524FF1F6}"/>
          </ac:spMkLst>
        </pc:spChg>
        <pc:spChg chg="add mod">
          <ac:chgData name="Qian, Kaiyang" userId="b75c2dfd-7087-4e6d-8294-e848e36bd412" providerId="ADAL" clId="{BE517034-B948-450C-B671-CCCE33809EFB}" dt="2025-07-10T19:46:47.309" v="288" actId="255"/>
          <ac:spMkLst>
            <pc:docMk/>
            <pc:sldMk cId="3323743572" sldId="258"/>
            <ac:spMk id="11" creationId="{E3C40441-2D49-2155-A910-A7E19782938C}"/>
          </ac:spMkLst>
        </pc:spChg>
        <pc:picChg chg="add mod">
          <ac:chgData name="Qian, Kaiyang" userId="b75c2dfd-7087-4e6d-8294-e848e36bd412" providerId="ADAL" clId="{BE517034-B948-450C-B671-CCCE33809EFB}" dt="2025-07-10T19:45:59.528" v="277" actId="1076"/>
          <ac:picMkLst>
            <pc:docMk/>
            <pc:sldMk cId="3323743572" sldId="258"/>
            <ac:picMk id="5" creationId="{7B0EAB05-E418-D0DB-E7B2-62C4CA130CFC}"/>
          </ac:picMkLst>
        </pc:picChg>
        <pc:picChg chg="add mod">
          <ac:chgData name="Qian, Kaiyang" userId="b75c2dfd-7087-4e6d-8294-e848e36bd412" providerId="ADAL" clId="{BE517034-B948-450C-B671-CCCE33809EFB}" dt="2025-07-10T19:45:58.417" v="276" actId="1076"/>
          <ac:picMkLst>
            <pc:docMk/>
            <pc:sldMk cId="3323743572" sldId="258"/>
            <ac:picMk id="8" creationId="{7BAD34D8-26B4-A240-05A3-931EFDDD8A6A}"/>
          </ac:picMkLst>
        </pc:picChg>
      </pc:sldChg>
      <pc:sldChg chg="addSp delSp modSp new mod">
        <pc:chgData name="Qian, Kaiyang" userId="b75c2dfd-7087-4e6d-8294-e848e36bd412" providerId="ADAL" clId="{BE517034-B948-450C-B671-CCCE33809EFB}" dt="2025-07-10T19:45:47.973" v="274" actId="1076"/>
        <pc:sldMkLst>
          <pc:docMk/>
          <pc:sldMk cId="3245060435" sldId="259"/>
        </pc:sldMkLst>
        <pc:spChg chg="mod">
          <ac:chgData name="Qian, Kaiyang" userId="b75c2dfd-7087-4e6d-8294-e848e36bd412" providerId="ADAL" clId="{BE517034-B948-450C-B671-CCCE33809EFB}" dt="2025-07-10T19:43:27.300" v="262" actId="1076"/>
          <ac:spMkLst>
            <pc:docMk/>
            <pc:sldMk cId="3245060435" sldId="259"/>
            <ac:spMk id="2" creationId="{B2A69A32-E770-2BAD-C485-D67F4E357FC3}"/>
          </ac:spMkLst>
        </pc:spChg>
        <pc:spChg chg="del">
          <ac:chgData name="Qian, Kaiyang" userId="b75c2dfd-7087-4e6d-8294-e848e36bd412" providerId="ADAL" clId="{BE517034-B948-450C-B671-CCCE33809EFB}" dt="2025-07-10T19:43:29.192" v="263" actId="478"/>
          <ac:spMkLst>
            <pc:docMk/>
            <pc:sldMk cId="3245060435" sldId="259"/>
            <ac:spMk id="3" creationId="{ED9CD2F9-8749-CC69-BC53-4FE755FF2FD1}"/>
          </ac:spMkLst>
        </pc:spChg>
        <pc:spChg chg="add mod">
          <ac:chgData name="Qian, Kaiyang" userId="b75c2dfd-7087-4e6d-8294-e848e36bd412" providerId="ADAL" clId="{BE517034-B948-450C-B671-CCCE33809EFB}" dt="2025-07-10T19:45:47.973" v="274" actId="1076"/>
          <ac:spMkLst>
            <pc:docMk/>
            <pc:sldMk cId="3245060435" sldId="259"/>
            <ac:spMk id="4" creationId="{86DC335E-AA22-70C6-F0A0-72EF19C0E881}"/>
          </ac:spMkLst>
        </pc:spChg>
      </pc:sldChg>
      <pc:sldChg chg="new del">
        <pc:chgData name="Qian, Kaiyang" userId="b75c2dfd-7087-4e6d-8294-e848e36bd412" providerId="ADAL" clId="{BE517034-B948-450C-B671-CCCE33809EFB}" dt="2025-07-10T19:49:12.306" v="293" actId="2696"/>
        <pc:sldMkLst>
          <pc:docMk/>
          <pc:sldMk cId="618161880" sldId="260"/>
        </pc:sldMkLst>
      </pc:sldChg>
      <pc:sldChg chg="addSp delSp modSp add mod">
        <pc:chgData name="Qian, Kaiyang" userId="b75c2dfd-7087-4e6d-8294-e848e36bd412" providerId="ADAL" clId="{BE517034-B948-450C-B671-CCCE33809EFB}" dt="2025-07-10T19:54:40.533" v="362" actId="20577"/>
        <pc:sldMkLst>
          <pc:docMk/>
          <pc:sldMk cId="1725931672" sldId="261"/>
        </pc:sldMkLst>
        <pc:spChg chg="add">
          <ac:chgData name="Qian, Kaiyang" userId="b75c2dfd-7087-4e6d-8294-e848e36bd412" providerId="ADAL" clId="{BE517034-B948-450C-B671-CCCE33809EFB}" dt="2025-07-10T19:54:36.788" v="358"/>
          <ac:spMkLst>
            <pc:docMk/>
            <pc:sldMk cId="1725931672" sldId="261"/>
            <ac:spMk id="7" creationId="{CE937A72-A51D-6A96-F2B0-8F6AB1B47183}"/>
          </ac:spMkLst>
        </pc:spChg>
        <pc:spChg chg="mod">
          <ac:chgData name="Qian, Kaiyang" userId="b75c2dfd-7087-4e6d-8294-e848e36bd412" providerId="ADAL" clId="{BE517034-B948-450C-B671-CCCE33809EFB}" dt="2025-07-10T19:54:40.533" v="362" actId="20577"/>
          <ac:spMkLst>
            <pc:docMk/>
            <pc:sldMk cId="1725931672" sldId="261"/>
            <ac:spMk id="9" creationId="{8B808E55-8BFB-91DB-F743-83155040192C}"/>
          </ac:spMkLst>
        </pc:spChg>
        <pc:spChg chg="mod">
          <ac:chgData name="Qian, Kaiyang" userId="b75c2dfd-7087-4e6d-8294-e848e36bd412" providerId="ADAL" clId="{BE517034-B948-450C-B671-CCCE33809EFB}" dt="2025-07-10T19:53:33.789" v="353" actId="1076"/>
          <ac:spMkLst>
            <pc:docMk/>
            <pc:sldMk cId="1725931672" sldId="261"/>
            <ac:spMk id="10" creationId="{34C77EE6-3B47-368E-6AAB-3F5C7A54A5CD}"/>
          </ac:spMkLst>
        </pc:spChg>
        <pc:spChg chg="mod">
          <ac:chgData name="Qian, Kaiyang" userId="b75c2dfd-7087-4e6d-8294-e848e36bd412" providerId="ADAL" clId="{BE517034-B948-450C-B671-CCCE33809EFB}" dt="2025-07-10T19:49:15.553" v="294" actId="20577"/>
          <ac:spMkLst>
            <pc:docMk/>
            <pc:sldMk cId="1725931672" sldId="261"/>
            <ac:spMk id="13" creationId="{D574A2E4-C25A-F0EE-6D06-8E27A57F2887}"/>
          </ac:spMkLst>
        </pc:spChg>
        <pc:picChg chg="add mod">
          <ac:chgData name="Qian, Kaiyang" userId="b75c2dfd-7087-4e6d-8294-e848e36bd412" providerId="ADAL" clId="{BE517034-B948-450C-B671-CCCE33809EFB}" dt="2025-07-10T19:50:26.796" v="301" actId="1076"/>
          <ac:picMkLst>
            <pc:docMk/>
            <pc:sldMk cId="1725931672" sldId="261"/>
            <ac:picMk id="3" creationId="{92EF8DEA-9E9F-EE0F-6284-FACE7B601BF5}"/>
          </ac:picMkLst>
        </pc:picChg>
        <pc:picChg chg="del">
          <ac:chgData name="Qian, Kaiyang" userId="b75c2dfd-7087-4e6d-8294-e848e36bd412" providerId="ADAL" clId="{BE517034-B948-450C-B671-CCCE33809EFB}" dt="2025-07-10T19:50:20.095" v="295" actId="478"/>
          <ac:picMkLst>
            <pc:docMk/>
            <pc:sldMk cId="1725931672" sldId="261"/>
            <ac:picMk id="5" creationId="{6E557A3B-3DF6-D4E2-1434-AD409363F532}"/>
          </ac:picMkLst>
        </pc:picChg>
        <pc:picChg chg="add mod">
          <ac:chgData name="Qian, Kaiyang" userId="b75c2dfd-7087-4e6d-8294-e848e36bd412" providerId="ADAL" clId="{BE517034-B948-450C-B671-CCCE33809EFB}" dt="2025-07-10T19:52:14.743" v="321" actId="962"/>
          <ac:picMkLst>
            <pc:docMk/>
            <pc:sldMk cId="1725931672" sldId="261"/>
            <ac:picMk id="6" creationId="{361CC4B6-FC37-555F-1A53-60E16647318B}"/>
          </ac:picMkLst>
        </pc:picChg>
        <pc:picChg chg="del">
          <ac:chgData name="Qian, Kaiyang" userId="b75c2dfd-7087-4e6d-8294-e848e36bd412" providerId="ADAL" clId="{BE517034-B948-450C-B671-CCCE33809EFB}" dt="2025-07-10T19:52:10.906" v="317" actId="478"/>
          <ac:picMkLst>
            <pc:docMk/>
            <pc:sldMk cId="1725931672" sldId="261"/>
            <ac:picMk id="8" creationId="{527CD35B-D240-834A-F4A4-A97138CD5ACD}"/>
          </ac:picMkLst>
        </pc:picChg>
      </pc:sldChg>
      <pc:sldChg chg="addSp delSp modSp new mod">
        <pc:chgData name="Qian, Kaiyang" userId="b75c2dfd-7087-4e6d-8294-e848e36bd412" providerId="ADAL" clId="{BE517034-B948-450C-B671-CCCE33809EFB}" dt="2025-07-10T20:08:54.558" v="427" actId="1076"/>
        <pc:sldMkLst>
          <pc:docMk/>
          <pc:sldMk cId="3712988678" sldId="262"/>
        </pc:sldMkLst>
        <pc:spChg chg="mod">
          <ac:chgData name="Qian, Kaiyang" userId="b75c2dfd-7087-4e6d-8294-e848e36bd412" providerId="ADAL" clId="{BE517034-B948-450C-B671-CCCE33809EFB}" dt="2025-07-10T19:58:10.860" v="419" actId="1076"/>
          <ac:spMkLst>
            <pc:docMk/>
            <pc:sldMk cId="3712988678" sldId="262"/>
            <ac:spMk id="2" creationId="{118BA8EA-B62C-D4B9-60E7-F2487598E2C2}"/>
          </ac:spMkLst>
        </pc:spChg>
        <pc:spChg chg="del">
          <ac:chgData name="Qian, Kaiyang" userId="b75c2dfd-7087-4e6d-8294-e848e36bd412" providerId="ADAL" clId="{BE517034-B948-450C-B671-CCCE33809EFB}" dt="2025-07-10T19:57:57.436" v="413"/>
          <ac:spMkLst>
            <pc:docMk/>
            <pc:sldMk cId="3712988678" sldId="262"/>
            <ac:spMk id="3" creationId="{57FF5439-9331-F568-48CB-2D7E7E2E0B96}"/>
          </ac:spMkLst>
        </pc:spChg>
        <pc:spChg chg="add mod">
          <ac:chgData name="Qian, Kaiyang" userId="b75c2dfd-7087-4e6d-8294-e848e36bd412" providerId="ADAL" clId="{BE517034-B948-450C-B671-CCCE33809EFB}" dt="2025-07-10T20:08:54.558" v="427" actId="1076"/>
          <ac:spMkLst>
            <pc:docMk/>
            <pc:sldMk cId="3712988678" sldId="262"/>
            <ac:spMk id="4" creationId="{4A510440-E2D2-98C0-25F7-44E0752CFDB4}"/>
          </ac:spMkLst>
        </pc:spChg>
      </pc:sldChg>
      <pc:sldMasterChg chg="addSldLayout">
        <pc:chgData name="Qian, Kaiyang" userId="b75c2dfd-7087-4e6d-8294-e848e36bd412" providerId="ADAL" clId="{BE517034-B948-450C-B671-CCCE33809EFB}" dt="2025-07-10T16:07:43.569" v="0" actId="680"/>
        <pc:sldMasterMkLst>
          <pc:docMk/>
          <pc:sldMasterMk cId="1472206026" sldId="2147483648"/>
        </pc:sldMasterMkLst>
        <pc:sldLayoutChg chg="add">
          <pc:chgData name="Qian, Kaiyang" userId="b75c2dfd-7087-4e6d-8294-e848e36bd412" providerId="ADAL" clId="{BE517034-B948-450C-B671-CCCE33809EFB}" dt="2025-07-10T16:07:43.569" v="0" actId="680"/>
          <pc:sldLayoutMkLst>
            <pc:docMk/>
            <pc:sldMasterMk cId="1472206026" sldId="2147483648"/>
            <pc:sldLayoutMk cId="5638673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D7CD-775A-B891-75D4-6B539B5EC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75038-42B1-2A00-93CE-EEBB5C66E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38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20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F8D03-C6D7-8068-D544-E46362ACC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Visualization of Sit-to-Stand and Turning Movements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13977-B8C0-462F-9CE1-EFA92918B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1588" y="4706633"/>
            <a:ext cx="9144000" cy="1655762"/>
          </a:xfrm>
        </p:spPr>
        <p:txBody>
          <a:bodyPr/>
          <a:lstStyle/>
          <a:p>
            <a:r>
              <a:rPr lang="en-US" dirty="0"/>
              <a:t>07/10</a:t>
            </a:r>
          </a:p>
        </p:txBody>
      </p:sp>
    </p:spTree>
    <p:extLst>
      <p:ext uri="{BB962C8B-B14F-4D97-AF65-F5344CB8AC3E}">
        <p14:creationId xmlns:p14="http://schemas.microsoft.com/office/powerpoint/2010/main" val="346960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9A32-E770-2BAD-C485-D67F4E357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503" y="288431"/>
            <a:ext cx="9144000" cy="940523"/>
          </a:xfrm>
        </p:spPr>
        <p:txBody>
          <a:bodyPr/>
          <a:lstStyle/>
          <a:p>
            <a:pPr algn="l"/>
            <a:r>
              <a:rPr lang="en-US" altLang="zh-CN" dirty="0"/>
              <a:t>Goal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DC335E-AA22-70C6-F0A0-72EF19C0E881}"/>
              </a:ext>
            </a:extLst>
          </p:cNvPr>
          <p:cNvSpPr txBox="1"/>
          <p:nvPr/>
        </p:nvSpPr>
        <p:spPr>
          <a:xfrm rot="10800000" flipV="1">
            <a:off x="760782" y="1796628"/>
            <a:ext cx="10212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previous data appeared counter-intuitive. Therefore, we plan to perform visualization and compare sit-to-stand and turning movements across different subject groups to identify any possible issues or patterns.</a:t>
            </a:r>
          </a:p>
        </p:txBody>
      </p:sp>
    </p:spTree>
    <p:extLst>
      <p:ext uri="{BB962C8B-B14F-4D97-AF65-F5344CB8AC3E}">
        <p14:creationId xmlns:p14="http://schemas.microsoft.com/office/powerpoint/2010/main" val="324506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 with green and blue dots&#10;&#10;AI-generated content may be incorrect.">
            <a:extLst>
              <a:ext uri="{FF2B5EF4-FFF2-40B4-BE49-F238E27FC236}">
                <a16:creationId xmlns:a16="http://schemas.microsoft.com/office/drawing/2014/main" id="{7B0EAB05-E418-D0DB-E7B2-62C4CA130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741" y="1390094"/>
            <a:ext cx="5325259" cy="5325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C67F90-47A3-F78E-1A08-913A01D3DBF3}"/>
              </a:ext>
            </a:extLst>
          </p:cNvPr>
          <p:cNvSpPr txBox="1"/>
          <p:nvPr/>
        </p:nvSpPr>
        <p:spPr>
          <a:xfrm>
            <a:off x="8178394" y="930816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Pt204_C_n_350     turning</a:t>
            </a:r>
          </a:p>
        </p:txBody>
      </p:sp>
      <p:pic>
        <p:nvPicPr>
          <p:cNvPr id="8" name="Picture 7" descr="A black background with colorful dots&#10;&#10;AI-generated content may be incorrect.">
            <a:extLst>
              <a:ext uri="{FF2B5EF4-FFF2-40B4-BE49-F238E27FC236}">
                <a16:creationId xmlns:a16="http://schemas.microsoft.com/office/drawing/2014/main" id="{7BAD34D8-26B4-A240-05A3-931EFDDD8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34" y="2077220"/>
            <a:ext cx="3951008" cy="39510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3DBC3D-B213-2A26-CE37-337AF1FE0DA5}"/>
              </a:ext>
            </a:extLst>
          </p:cNvPr>
          <p:cNvSpPr txBox="1"/>
          <p:nvPr/>
        </p:nvSpPr>
        <p:spPr>
          <a:xfrm>
            <a:off x="760779" y="1115482"/>
            <a:ext cx="494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Pt204_C_n_316     sit to stand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C40441-2D49-2155-A910-A7E19782938C}"/>
              </a:ext>
            </a:extLst>
          </p:cNvPr>
          <p:cNvSpPr txBox="1"/>
          <p:nvPr/>
        </p:nvSpPr>
        <p:spPr>
          <a:xfrm>
            <a:off x="760779" y="338410"/>
            <a:ext cx="2926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updrs</a:t>
            </a:r>
            <a:r>
              <a:rPr lang="en-US" sz="2800" b="1" dirty="0"/>
              <a:t> score 2</a:t>
            </a:r>
          </a:p>
        </p:txBody>
      </p:sp>
    </p:spTree>
    <p:extLst>
      <p:ext uri="{BB962C8B-B14F-4D97-AF65-F5344CB8AC3E}">
        <p14:creationId xmlns:p14="http://schemas.microsoft.com/office/powerpoint/2010/main" val="332374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nstellation of a star&#10;&#10;AI-generated content may be incorrect.">
            <a:extLst>
              <a:ext uri="{FF2B5EF4-FFF2-40B4-BE49-F238E27FC236}">
                <a16:creationId xmlns:a16="http://schemas.microsoft.com/office/drawing/2014/main" id="{82789650-6A54-1B20-09DE-C26EEAB0D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50" y="1442961"/>
            <a:ext cx="5202898" cy="5202898"/>
          </a:xfrm>
          <a:prstGeom prst="rect">
            <a:avLst/>
          </a:prstGeom>
        </p:spPr>
      </p:pic>
      <p:pic>
        <p:nvPicPr>
          <p:cNvPr id="8" name="Picture 7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29D78480-6466-607F-EC2C-53564830C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746" y="1194206"/>
            <a:ext cx="5715000" cy="571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BFDA1C-0D96-F9E6-2355-98C8C32454BF}"/>
              </a:ext>
            </a:extLst>
          </p:cNvPr>
          <p:cNvSpPr txBox="1"/>
          <p:nvPr/>
        </p:nvSpPr>
        <p:spPr>
          <a:xfrm>
            <a:off x="919925" y="773668"/>
            <a:ext cx="3542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Arial Unicode MS"/>
                <a:ea typeface="JetBrains Mono"/>
              </a:rPr>
              <a:t>Pt842_PD_n_346     sit</a:t>
            </a:r>
            <a:r>
              <a:rPr lang="zh-CN" altLang="en-US" dirty="0">
                <a:latin typeface="Arial Unicode MS"/>
                <a:ea typeface="JetBrains Mono"/>
              </a:rPr>
              <a:t> </a:t>
            </a:r>
            <a:r>
              <a:rPr lang="en-US" altLang="zh-CN" dirty="0">
                <a:latin typeface="Arial Unicode MS"/>
                <a:ea typeface="JetBrains Mono"/>
              </a:rPr>
              <a:t>to</a:t>
            </a:r>
            <a:r>
              <a:rPr lang="zh-CN" altLang="en-US" dirty="0">
                <a:latin typeface="Arial Unicode MS"/>
                <a:ea typeface="JetBrains Mono"/>
              </a:rPr>
              <a:t> </a:t>
            </a:r>
            <a:r>
              <a:rPr lang="en-US" altLang="zh-CN" dirty="0">
                <a:latin typeface="Arial Unicode MS"/>
                <a:ea typeface="JetBrains Mono"/>
              </a:rPr>
              <a:t>stand Off med Off DBS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0C9C2-E87B-B4EF-D8A1-E4D21C207B2A}"/>
              </a:ext>
            </a:extLst>
          </p:cNvPr>
          <p:cNvSpPr txBox="1"/>
          <p:nvPr/>
        </p:nvSpPr>
        <p:spPr>
          <a:xfrm>
            <a:off x="7366407" y="735361"/>
            <a:ext cx="3723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Unicode MS"/>
                <a:ea typeface="JetBrains Mono"/>
              </a:rPr>
              <a:t>Pt842_PD_n_47 180 </a:t>
            </a:r>
            <a:r>
              <a:rPr lang="en-US" altLang="zh-CN" dirty="0">
                <a:latin typeface="Arial Unicode MS"/>
                <a:ea typeface="JetBrains Mono"/>
              </a:rPr>
              <a:t>pivot </a:t>
            </a:r>
            <a:r>
              <a:rPr lang="en-US" altLang="en-US" dirty="0">
                <a:latin typeface="Arial Unicode MS"/>
                <a:ea typeface="JetBrains Mono"/>
              </a:rPr>
              <a:t>turn  On med On DBS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167C2-C3DE-2920-7BB7-BF557C038159}"/>
              </a:ext>
            </a:extLst>
          </p:cNvPr>
          <p:cNvSpPr txBox="1"/>
          <p:nvPr/>
        </p:nvSpPr>
        <p:spPr>
          <a:xfrm>
            <a:off x="899770" y="212141"/>
            <a:ext cx="5522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UPDRS score  4</a:t>
            </a:r>
          </a:p>
        </p:txBody>
      </p:sp>
    </p:spTree>
    <p:extLst>
      <p:ext uri="{BB962C8B-B14F-4D97-AF65-F5344CB8AC3E}">
        <p14:creationId xmlns:p14="http://schemas.microsoft.com/office/powerpoint/2010/main" val="349194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8BBF-2BAA-5FA3-1616-2D6D66CB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B808E55-8BFB-91DB-F743-83155040192C}"/>
              </a:ext>
            </a:extLst>
          </p:cNvPr>
          <p:cNvSpPr txBox="1"/>
          <p:nvPr/>
        </p:nvSpPr>
        <p:spPr>
          <a:xfrm>
            <a:off x="919925" y="773668"/>
            <a:ext cx="3410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Arial Unicode MS"/>
                <a:ea typeface="JetBrains Mono"/>
              </a:rPr>
              <a:t>Pt842_PD_n_331     sit</a:t>
            </a:r>
            <a:r>
              <a:rPr lang="zh-CN" altLang="en-US" dirty="0">
                <a:latin typeface="Arial Unicode MS"/>
                <a:ea typeface="JetBrains Mono"/>
              </a:rPr>
              <a:t> </a:t>
            </a:r>
            <a:r>
              <a:rPr lang="en-US" altLang="zh-CN" dirty="0">
                <a:latin typeface="Arial Unicode MS"/>
                <a:ea typeface="JetBrains Mono"/>
              </a:rPr>
              <a:t>to</a:t>
            </a:r>
            <a:r>
              <a:rPr lang="zh-CN" altLang="en-US" dirty="0">
                <a:latin typeface="Arial Unicode MS"/>
                <a:ea typeface="JetBrains Mono"/>
              </a:rPr>
              <a:t> </a:t>
            </a:r>
            <a:r>
              <a:rPr lang="en-US" altLang="zh-CN" dirty="0">
                <a:latin typeface="Arial Unicode MS"/>
                <a:ea typeface="JetBrains Mono"/>
              </a:rPr>
              <a:t>stand </a:t>
            </a:r>
            <a:r>
              <a:rPr lang="en-US" altLang="en-US" dirty="0">
                <a:latin typeface="Arial Unicode MS"/>
                <a:ea typeface="JetBrains Mono"/>
              </a:rPr>
              <a:t>On med On DBS</a:t>
            </a:r>
          </a:p>
          <a:p>
            <a:endParaRPr lang="en-US" altLang="zh-CN" dirty="0">
              <a:latin typeface="Arial Unicode MS"/>
              <a:ea typeface="JetBrains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C77EE6-3B47-368E-6AAB-3F5C7A54A5CD}"/>
              </a:ext>
            </a:extLst>
          </p:cNvPr>
          <p:cNvSpPr txBox="1"/>
          <p:nvPr/>
        </p:nvSpPr>
        <p:spPr>
          <a:xfrm>
            <a:off x="7497431" y="473751"/>
            <a:ext cx="37746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Unicode MS"/>
                <a:ea typeface="JetBrains Mono"/>
              </a:rPr>
              <a:t>Pt842_PD_n_48   180 </a:t>
            </a:r>
            <a:r>
              <a:rPr lang="en-US" altLang="zh-CN" dirty="0">
                <a:latin typeface="Arial Unicode MS"/>
                <a:ea typeface="JetBrains Mono"/>
              </a:rPr>
              <a:t>pivot </a:t>
            </a:r>
            <a:r>
              <a:rPr lang="en-US" altLang="en-US" dirty="0">
                <a:latin typeface="Arial Unicode MS"/>
                <a:ea typeface="JetBrains Mono"/>
              </a:rPr>
              <a:t>turn On med On DBS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74A2E4-C25A-F0EE-6D06-8E27A57F2887}"/>
              </a:ext>
            </a:extLst>
          </p:cNvPr>
          <p:cNvSpPr txBox="1"/>
          <p:nvPr/>
        </p:nvSpPr>
        <p:spPr>
          <a:xfrm>
            <a:off x="899770" y="212141"/>
            <a:ext cx="5522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UPDRS score  0</a:t>
            </a:r>
          </a:p>
        </p:txBody>
      </p:sp>
      <p:pic>
        <p:nvPicPr>
          <p:cNvPr id="3" name="Picture 2" descr="A black screen with green and red dots&#10;&#10;AI-generated content may be incorrect.">
            <a:extLst>
              <a:ext uri="{FF2B5EF4-FFF2-40B4-BE49-F238E27FC236}">
                <a16:creationId xmlns:a16="http://schemas.microsoft.com/office/drawing/2014/main" id="{92EF8DEA-9E9F-EE0F-6284-FACE7B601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70" y="1692782"/>
            <a:ext cx="4652543" cy="4652543"/>
          </a:xfrm>
          <a:prstGeom prst="rect">
            <a:avLst/>
          </a:prstGeom>
        </p:spPr>
      </p:pic>
      <p:pic>
        <p:nvPicPr>
          <p:cNvPr id="6" name="Picture 5" descr="A black background with a black square with green and blue dots&#10;&#10;AI-generated content may be incorrect.">
            <a:extLst>
              <a:ext uri="{FF2B5EF4-FFF2-40B4-BE49-F238E27FC236}">
                <a16:creationId xmlns:a16="http://schemas.microsoft.com/office/drawing/2014/main" id="{361CC4B6-FC37-555F-1A53-60E166473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253" y="1073915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31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A8EA-B62C-D4B9-60E7-F2487598E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1181" y="426035"/>
            <a:ext cx="4086758" cy="867371"/>
          </a:xfrm>
        </p:spPr>
        <p:txBody>
          <a:bodyPr/>
          <a:lstStyle/>
          <a:p>
            <a:r>
              <a:rPr lang="en-US" dirty="0"/>
              <a:t>Issues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510440-E2D2-98C0-25F7-44E0752CFD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5398" y="1532722"/>
            <a:ext cx="1032662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sit-to-stand, during the second half of the process, the person is already standing still, but data keeps recording as if the movement continues.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turning, the plotted data appears messy and unreadable.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altLang="en-US" sz="3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issues might affect the accuracy of the motion metrics we previously calculated.</a:t>
            </a:r>
          </a:p>
        </p:txBody>
      </p:sp>
    </p:spTree>
    <p:extLst>
      <p:ext uri="{BB962C8B-B14F-4D97-AF65-F5344CB8AC3E}">
        <p14:creationId xmlns:p14="http://schemas.microsoft.com/office/powerpoint/2010/main" val="371298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179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 Unicode MS</vt:lpstr>
      <vt:lpstr>Arial</vt:lpstr>
      <vt:lpstr>Office Theme</vt:lpstr>
      <vt:lpstr>Visualization of Sit-to-Stand and Turning Movements</vt:lpstr>
      <vt:lpstr>Goal</vt:lpstr>
      <vt:lpstr>PowerPoint Presentation</vt:lpstr>
      <vt:lpstr>PowerPoint Presentation</vt:lpstr>
      <vt:lpstr>PowerPoint Presentation</vt:lpstr>
      <vt:lpstr>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Qian, Kaiyang</dc:creator>
  <cp:lastModifiedBy>Qian, Kaiyang</cp:lastModifiedBy>
  <cp:revision>1</cp:revision>
  <dcterms:created xsi:type="dcterms:W3CDTF">2025-07-10T16:07:41Z</dcterms:created>
  <dcterms:modified xsi:type="dcterms:W3CDTF">2025-07-10T20:09:03Z</dcterms:modified>
</cp:coreProperties>
</file>