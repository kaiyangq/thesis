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6C7FB-3161-4200-A88C-646A77EE1B46}" v="10" dt="2025-08-28T19:34:07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E53DFDB7-3F2B-4A7B-A399-369D1EE68F4F}"/>
    <pc:docChg chg="undo custSel addSld modSld">
      <pc:chgData name="Qian, Kaiyang" userId="b75c2dfd-7087-4e6d-8294-e848e36bd412" providerId="ADAL" clId="{E53DFDB7-3F2B-4A7B-A399-369D1EE68F4F}" dt="2025-08-28T19:34:30.515" v="28" actId="27636"/>
      <pc:docMkLst>
        <pc:docMk/>
      </pc:docMkLst>
      <pc:sldChg chg="delSp modSp new mod">
        <pc:chgData name="Qian, Kaiyang" userId="b75c2dfd-7087-4e6d-8294-e848e36bd412" providerId="ADAL" clId="{E53DFDB7-3F2B-4A7B-A399-369D1EE68F4F}" dt="2025-08-28T18:47:46.609" v="10" actId="20577"/>
        <pc:sldMkLst>
          <pc:docMk/>
          <pc:sldMk cId="561892864" sldId="256"/>
        </pc:sldMkLst>
        <pc:spChg chg="mod">
          <ac:chgData name="Qian, Kaiyang" userId="b75c2dfd-7087-4e6d-8294-e848e36bd412" providerId="ADAL" clId="{E53DFDB7-3F2B-4A7B-A399-369D1EE68F4F}" dt="2025-08-28T18:47:46.609" v="10" actId="20577"/>
          <ac:spMkLst>
            <pc:docMk/>
            <pc:sldMk cId="561892864" sldId="256"/>
            <ac:spMk id="2" creationId="{1B89D077-F2EB-5DCB-B454-F4E939DA95A3}"/>
          </ac:spMkLst>
        </pc:spChg>
        <pc:spChg chg="del mod">
          <ac:chgData name="Qian, Kaiyang" userId="b75c2dfd-7087-4e6d-8294-e848e36bd412" providerId="ADAL" clId="{E53DFDB7-3F2B-4A7B-A399-369D1EE68F4F}" dt="2025-08-28T18:47:41.284" v="9" actId="478"/>
          <ac:spMkLst>
            <pc:docMk/>
            <pc:sldMk cId="561892864" sldId="256"/>
            <ac:spMk id="3" creationId="{E0CF898C-4961-EBC5-9F4C-EBB1B0586A67}"/>
          </ac:spMkLst>
        </pc:spChg>
      </pc:sldChg>
      <pc:sldChg chg="delSp modSp new mod">
        <pc:chgData name="Qian, Kaiyang" userId="b75c2dfd-7087-4e6d-8294-e848e36bd412" providerId="ADAL" clId="{E53DFDB7-3F2B-4A7B-A399-369D1EE68F4F}" dt="2025-08-28T19:32:30.275" v="16" actId="478"/>
        <pc:sldMkLst>
          <pc:docMk/>
          <pc:sldMk cId="3391257387" sldId="257"/>
        </pc:sldMkLst>
        <pc:spChg chg="del mod">
          <ac:chgData name="Qian, Kaiyang" userId="b75c2dfd-7087-4e6d-8294-e848e36bd412" providerId="ADAL" clId="{E53DFDB7-3F2B-4A7B-A399-369D1EE68F4F}" dt="2025-08-28T19:32:30.275" v="16" actId="478"/>
          <ac:spMkLst>
            <pc:docMk/>
            <pc:sldMk cId="3391257387" sldId="257"/>
            <ac:spMk id="2" creationId="{C06C1880-A1D0-DB9A-C92D-851B2E2ABFCF}"/>
          </ac:spMkLst>
        </pc:spChg>
        <pc:spChg chg="mod">
          <ac:chgData name="Qian, Kaiyang" userId="b75c2dfd-7087-4e6d-8294-e848e36bd412" providerId="ADAL" clId="{E53DFDB7-3F2B-4A7B-A399-369D1EE68F4F}" dt="2025-08-28T19:32:24.694" v="15"/>
          <ac:spMkLst>
            <pc:docMk/>
            <pc:sldMk cId="3391257387" sldId="257"/>
            <ac:spMk id="3" creationId="{DA0F183F-2063-585C-74CC-739FFD454F0C}"/>
          </ac:spMkLst>
        </pc:spChg>
      </pc:sldChg>
      <pc:sldChg chg="modSp new mod">
        <pc:chgData name="Qian, Kaiyang" userId="b75c2dfd-7087-4e6d-8294-e848e36bd412" providerId="ADAL" clId="{E53DFDB7-3F2B-4A7B-A399-369D1EE68F4F}" dt="2025-08-28T19:33:13.115" v="20"/>
        <pc:sldMkLst>
          <pc:docMk/>
          <pc:sldMk cId="18747647" sldId="258"/>
        </pc:sldMkLst>
        <pc:spChg chg="mod">
          <ac:chgData name="Qian, Kaiyang" userId="b75c2dfd-7087-4e6d-8294-e848e36bd412" providerId="ADAL" clId="{E53DFDB7-3F2B-4A7B-A399-369D1EE68F4F}" dt="2025-08-28T19:33:13.115" v="20"/>
          <ac:spMkLst>
            <pc:docMk/>
            <pc:sldMk cId="18747647" sldId="258"/>
            <ac:spMk id="2" creationId="{37B43851-2298-E855-8A34-836325E23DFC}"/>
          </ac:spMkLst>
        </pc:spChg>
        <pc:spChg chg="mod">
          <ac:chgData name="Qian, Kaiyang" userId="b75c2dfd-7087-4e6d-8294-e848e36bd412" providerId="ADAL" clId="{E53DFDB7-3F2B-4A7B-A399-369D1EE68F4F}" dt="2025-08-28T19:32:48.854" v="19" actId="27636"/>
          <ac:spMkLst>
            <pc:docMk/>
            <pc:sldMk cId="18747647" sldId="258"/>
            <ac:spMk id="3" creationId="{B321AB5F-2887-C3F2-C2C2-621525010487}"/>
          </ac:spMkLst>
        </pc:spChg>
      </pc:sldChg>
      <pc:sldChg chg="modSp new mod">
        <pc:chgData name="Qian, Kaiyang" userId="b75c2dfd-7087-4e6d-8294-e848e36bd412" providerId="ADAL" clId="{E53DFDB7-3F2B-4A7B-A399-369D1EE68F4F}" dt="2025-08-28T19:34:30.515" v="28" actId="27636"/>
        <pc:sldMkLst>
          <pc:docMk/>
          <pc:sldMk cId="3710107726" sldId="259"/>
        </pc:sldMkLst>
        <pc:spChg chg="mod">
          <ac:chgData name="Qian, Kaiyang" userId="b75c2dfd-7087-4e6d-8294-e848e36bd412" providerId="ADAL" clId="{E53DFDB7-3F2B-4A7B-A399-369D1EE68F4F}" dt="2025-08-28T19:34:07.041" v="24"/>
          <ac:spMkLst>
            <pc:docMk/>
            <pc:sldMk cId="3710107726" sldId="259"/>
            <ac:spMk id="2" creationId="{1F5AC00B-C344-7C96-D13A-674C3B9912F2}"/>
          </ac:spMkLst>
        </pc:spChg>
        <pc:spChg chg="mod">
          <ac:chgData name="Qian, Kaiyang" userId="b75c2dfd-7087-4e6d-8294-e848e36bd412" providerId="ADAL" clId="{E53DFDB7-3F2B-4A7B-A399-369D1EE68F4F}" dt="2025-08-28T19:34:30.515" v="28" actId="27636"/>
          <ac:spMkLst>
            <pc:docMk/>
            <pc:sldMk cId="3710107726" sldId="259"/>
            <ac:spMk id="3" creationId="{BD94B496-19AA-3F54-8F89-E7CF85C3E2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5DFE-1AF6-6A93-05ED-3BD17EE2E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E6C61-AB9F-A8C9-F361-230259B43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66D73-ED0C-0111-F1E0-A4AC5F78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92AE6-293D-749B-8680-C8845F293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A546D-E8F3-FB46-0318-3A9C284A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0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259E-30B5-F5B6-17B8-7021FD22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847D7-83CD-1679-22BC-095865AC1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06154-9759-D70F-0FE4-6134F5B0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438A0-ECEE-642A-57E4-C43A4CCB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7A64-BA9D-DC62-CF35-7D9E93B55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74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D8DC-CC78-0887-10AA-66578326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6D065-B4D3-6143-51C3-FE1D90014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27248-567A-6183-A847-355B87FF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B52CC-A5B3-D21B-5766-7D411D73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2A47-CAAB-90F4-9209-A60436C30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5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F345-2FD1-6F78-59EE-75C7F73F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92BB-A1C1-4AF7-0D41-C4DE97BB0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4C549-D3B0-7609-2218-AD47BFA7B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6F358-0617-FA17-610F-5548E01C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0E0DD-FB0E-751F-DCB2-C9CA11C7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14AAE-FD49-3B4F-E588-B1B568C5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9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72E26-A5E4-5985-F0FB-BCB8ED1F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816ED-7766-655F-C69C-22C603161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C10C1-9E6A-E8E9-A6C1-4291D1B1A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9D6A9-081A-057B-D5D0-BAAFD752E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358EC-ACE6-9FB4-46A0-0F2418754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741EE6-9AF2-2D06-9046-26538C13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E3E72-4CC2-A811-2DA1-5F5C7DFF6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3C544-0DDA-596F-89D2-BDF1B772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7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C3A5-6E61-63B0-DEBC-248E5A555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B6CA3-611A-E320-72E3-C72136F4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A7EFA-8BA6-3B88-FDE2-75414818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8E7B7-066F-D35C-26AC-BA77AD87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0AE9A-C173-CC37-C24F-8DB81F9A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78D1A-0891-27E4-2D06-FF855472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65DEA-3B65-C07D-BD16-9D37EE53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28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6D24-55D2-AC80-7778-B0582057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CF029-5593-DF2A-2D73-132E923E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10A61-980B-F62D-4054-D65C4E80D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BC43B-1913-EE94-C4C1-36FD1F88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EA9D5-E9A8-FE91-F408-F0E34287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8E742-A234-E32D-EFAF-7BB75159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9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6A4E-7C80-D541-A827-C5260F05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F396E-8193-F635-33C3-B49F3B369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93EBB-98B0-A132-0775-CA3E701C0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70DD-F21B-F698-5589-C38E8F82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01946-AE71-7B41-60AF-F63E8034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2B0BB-0F50-1F3F-A3FF-6160E3CF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2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7DA8D-E16A-D2AE-A958-2BD3A1C1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5F2FE-3411-127E-9FC3-6221F0203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534EB-F0C9-52AA-A51F-43268786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25AE-74C3-DFF6-6433-B53262EA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1A861-C038-91EA-656D-04CBC54C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7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EF321-DCA1-B5FC-C5F8-529756E52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48E19-2530-DB45-5A23-8BA2340D3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F748-7E6E-4EF5-A388-6BC57C43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9482B-37E6-FAC1-2872-B08B9045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AC7E3-3382-0DCB-EDEE-7D34F956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8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E2CF5B-7C2D-1221-45BE-85530C07D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C2C4-67AC-9C55-555A-D376CCF57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93AAB-8EAC-DDDF-901C-D8313B721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59C19-368B-41ED-AB76-F442EE9EDBC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88D08-4DBB-5D30-3F5B-3FB5C7587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7B122-4A19-73CD-875C-9FA7FB410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D0C48-0C6E-4792-BACB-77F352FE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2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D077-F2EB-5DCB-B454-F4E939DA9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Progress Report - August 28, 2025</a:t>
            </a:r>
          </a:p>
        </p:txBody>
      </p:sp>
    </p:spTree>
    <p:extLst>
      <p:ext uri="{BB962C8B-B14F-4D97-AF65-F5344CB8AC3E}">
        <p14:creationId xmlns:p14="http://schemas.microsoft.com/office/powerpoint/2010/main" val="561892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F183F-2063-585C-74CC-739FFD45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To extract sophisticated features from raw </a:t>
            </a:r>
            <a:r>
              <a:rPr lang="en-US" dirty="0" err="1"/>
              <a:t>keypoint</a:t>
            </a:r>
            <a:r>
              <a:rPr lang="en-US" dirty="0"/>
              <a:t> data (keypoints.csv) to better differentiate between healthy and Parkinsonian movement patterns.</a:t>
            </a:r>
          </a:p>
        </p:txBody>
      </p:sp>
    </p:spTree>
    <p:extLst>
      <p:ext uri="{BB962C8B-B14F-4D97-AF65-F5344CB8AC3E}">
        <p14:creationId xmlns:p14="http://schemas.microsoft.com/office/powerpoint/2010/main" val="339125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3851-2298-E855-8A34-836325E2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Achievements 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1AB5F-2887-C3F2-C2C2-62152501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Developed &amp; Implemented Python Scripts for Two New Feature Categories:</a:t>
            </a:r>
            <a:endParaRPr lang="en-US" dirty="0"/>
          </a:p>
          <a:p>
            <a:r>
              <a:rPr lang="en-US" b="1" dirty="0"/>
              <a:t>Postural Stability &amp; Coordination Features:</a:t>
            </a:r>
            <a:endParaRPr lang="en-US" dirty="0"/>
          </a:p>
          <a:p>
            <a:pPr lvl="1"/>
            <a:r>
              <a:rPr lang="en-US" b="1" dirty="0"/>
              <a:t>Dynamic Joint Angles:</a:t>
            </a:r>
            <a:r>
              <a:rPr lang="en-US" dirty="0"/>
              <a:t> Automatically calculated angles between connected limbs (e.g., around the torso) across the entire "turning" motion to quantify coordination.</a:t>
            </a:r>
          </a:p>
          <a:p>
            <a:pPr lvl="1"/>
            <a:r>
              <a:rPr lang="en-US" b="1" dirty="0"/>
              <a:t>Body Sway Analysis:</a:t>
            </a:r>
            <a:r>
              <a:rPr lang="en-US" dirty="0"/>
              <a:t> Measured the stability of the torso by tracking the standard deviation of its center point, providing a metric for balance.</a:t>
            </a:r>
          </a:p>
          <a:p>
            <a:r>
              <a:rPr lang="en-US" b="1" dirty="0"/>
              <a:t>Frequency-Domain (Tremor Detection) Features:</a:t>
            </a:r>
            <a:endParaRPr lang="en-US" dirty="0"/>
          </a:p>
          <a:p>
            <a:pPr lvl="1"/>
            <a:r>
              <a:rPr lang="en-US" b="1" dirty="0"/>
              <a:t>Applied Fast Fourier Transform (FFT):</a:t>
            </a:r>
            <a:r>
              <a:rPr lang="en-US" dirty="0"/>
              <a:t> Transformed </a:t>
            </a:r>
            <a:r>
              <a:rPr lang="en-US" dirty="0" err="1"/>
              <a:t>keypoint</a:t>
            </a:r>
            <a:r>
              <a:rPr lang="en-US" dirty="0"/>
              <a:t> movement data (e.g., wrist trajectory) from the time domain to the frequency domain.</a:t>
            </a:r>
          </a:p>
          <a:p>
            <a:pPr lvl="1"/>
            <a:r>
              <a:rPr lang="en-US" b="1" dirty="0"/>
              <a:t>Extracted Tremor Indicators:</a:t>
            </a:r>
            <a:r>
              <a:rPr lang="en-US" dirty="0"/>
              <a:t> Identified the dominant movement frequencies and, crucially, calculated the signal power within the 4-6 Hz range, which is characteristic of Parkinsonian tremors.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7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C00B-C344-7C96-D13A-674C3B99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 for Next 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B496-19AA-3F54-8F89-E7CF85C3E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Integration:</a:t>
            </a:r>
            <a:endParaRPr lang="en-US" dirty="0"/>
          </a:p>
          <a:p>
            <a:pPr lvl="1"/>
            <a:r>
              <a:rPr lang="en-US" dirty="0"/>
              <a:t>Combine the newly developed </a:t>
            </a:r>
            <a:r>
              <a:rPr lang="en-US" b="1" dirty="0"/>
              <a:t>Postural</a:t>
            </a:r>
            <a:r>
              <a:rPr lang="en-US" dirty="0"/>
              <a:t> and </a:t>
            </a:r>
            <a:r>
              <a:rPr lang="en-US" b="1" dirty="0"/>
              <a:t>Frequency</a:t>
            </a:r>
            <a:r>
              <a:rPr lang="en-US" dirty="0"/>
              <a:t> features with the previously completed </a:t>
            </a:r>
            <a:r>
              <a:rPr lang="en-US" b="1" dirty="0"/>
              <a:t>Kinematic</a:t>
            </a:r>
            <a:r>
              <a:rPr lang="en-US" dirty="0"/>
              <a:t> features (velocity, acceleration) into a comprehensive feature set for each subject.</a:t>
            </a:r>
          </a:p>
          <a:p>
            <a:r>
              <a:rPr lang="en-US" b="1" dirty="0"/>
              <a:t>Initial Model Training:</a:t>
            </a:r>
            <a:endParaRPr lang="en-US" dirty="0"/>
          </a:p>
          <a:p>
            <a:pPr lvl="1"/>
            <a:r>
              <a:rPr lang="en-US" dirty="0"/>
              <a:t>Train baseline machine learning classifiers (e.g., Random Forest, </a:t>
            </a:r>
            <a:r>
              <a:rPr lang="en-US" dirty="0" err="1"/>
              <a:t>XGBoost</a:t>
            </a:r>
            <a:r>
              <a:rPr lang="en-US" dirty="0"/>
              <a:t>) on the integrated feature set.</a:t>
            </a:r>
          </a:p>
          <a:p>
            <a:pPr lvl="1"/>
            <a:r>
              <a:rPr lang="en-US" dirty="0"/>
              <a:t>The goal is to establish an initial performance benchmark and identify the most predictive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07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252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Weekly Progress Report - August 28, 2025</vt:lpstr>
      <vt:lpstr>PowerPoint Presentation</vt:lpstr>
      <vt:lpstr>Key Achievements This Week:</vt:lpstr>
      <vt:lpstr>Plan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2025-08-28T04:50:05Z</dcterms:created>
  <dcterms:modified xsi:type="dcterms:W3CDTF">2025-08-28T19:34:41Z</dcterms:modified>
</cp:coreProperties>
</file>