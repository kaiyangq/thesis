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6E170-F2E1-4C75-AFAA-714316EDE9E5}" v="15" dt="2025-02-23T09:27:28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62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an, Kaiyang" userId="b75c2dfd-7087-4e6d-8294-e848e36bd412" providerId="ADAL" clId="{CB06E170-F2E1-4C75-AFAA-714316EDE9E5}"/>
    <pc:docChg chg="undo custSel addSld delSld modSld">
      <pc:chgData name="Qian, Kaiyang" userId="b75c2dfd-7087-4e6d-8294-e848e36bd412" providerId="ADAL" clId="{CB06E170-F2E1-4C75-AFAA-714316EDE9E5}" dt="2025-02-23T09:30:43.138" v="156" actId="26606"/>
      <pc:docMkLst>
        <pc:docMk/>
      </pc:docMkLst>
      <pc:sldChg chg="addSp delSp modSp mod setBg addAnim">
        <pc:chgData name="Qian, Kaiyang" userId="b75c2dfd-7087-4e6d-8294-e848e36bd412" providerId="ADAL" clId="{CB06E170-F2E1-4C75-AFAA-714316EDE9E5}" dt="2025-02-23T09:29:54.255" v="133"/>
        <pc:sldMkLst>
          <pc:docMk/>
          <pc:sldMk cId="1909851725" sldId="256"/>
        </pc:sldMkLst>
        <pc:spChg chg="mod">
          <ac:chgData name="Qian, Kaiyang" userId="b75c2dfd-7087-4e6d-8294-e848e36bd412" providerId="ADAL" clId="{CB06E170-F2E1-4C75-AFAA-714316EDE9E5}" dt="2025-02-23T09:29:54.255" v="132" actId="26606"/>
          <ac:spMkLst>
            <pc:docMk/>
            <pc:sldMk cId="1909851725" sldId="256"/>
            <ac:spMk id="2" creationId="{38AAB25E-4A67-F026-837A-B00917A340A8}"/>
          </ac:spMkLst>
        </pc:spChg>
        <pc:spChg chg="del">
          <ac:chgData name="Qian, Kaiyang" userId="b75c2dfd-7087-4e6d-8294-e848e36bd412" providerId="ADAL" clId="{CB06E170-F2E1-4C75-AFAA-714316EDE9E5}" dt="2025-02-23T09:15:04.288" v="2" actId="478"/>
          <ac:spMkLst>
            <pc:docMk/>
            <pc:sldMk cId="1909851725" sldId="256"/>
            <ac:spMk id="3" creationId="{B2198EE5-54D4-6B89-5249-0C427D5B4418}"/>
          </ac:spMkLst>
        </pc:spChg>
        <pc:spChg chg="add">
          <ac:chgData name="Qian, Kaiyang" userId="b75c2dfd-7087-4e6d-8294-e848e36bd412" providerId="ADAL" clId="{CB06E170-F2E1-4C75-AFAA-714316EDE9E5}" dt="2025-02-23T09:29:54.255" v="132" actId="26606"/>
          <ac:spMkLst>
            <pc:docMk/>
            <pc:sldMk cId="1909851725" sldId="256"/>
            <ac:spMk id="7" creationId="{4522B21E-B2B9-4C72-9A71-C87EFD137480}"/>
          </ac:spMkLst>
        </pc:spChg>
        <pc:spChg chg="add">
          <ac:chgData name="Qian, Kaiyang" userId="b75c2dfd-7087-4e6d-8294-e848e36bd412" providerId="ADAL" clId="{CB06E170-F2E1-4C75-AFAA-714316EDE9E5}" dt="2025-02-23T09:29:54.255" v="132" actId="26606"/>
          <ac:spMkLst>
            <pc:docMk/>
            <pc:sldMk cId="1909851725" sldId="256"/>
            <ac:spMk id="9" creationId="{5EB7D2A2-F448-44D4-938C-DC84CBCB3B1E}"/>
          </ac:spMkLst>
        </pc:spChg>
        <pc:spChg chg="add">
          <ac:chgData name="Qian, Kaiyang" userId="b75c2dfd-7087-4e6d-8294-e848e36bd412" providerId="ADAL" clId="{CB06E170-F2E1-4C75-AFAA-714316EDE9E5}" dt="2025-02-23T09:29:54.255" v="132" actId="26606"/>
          <ac:spMkLst>
            <pc:docMk/>
            <pc:sldMk cId="1909851725" sldId="256"/>
            <ac:spMk id="11" creationId="{871AEA07-1E14-44B4-8E55-64EF049CD66F}"/>
          </ac:spMkLst>
        </pc:spChg>
        <pc:cxnChg chg="add">
          <ac:chgData name="Qian, Kaiyang" userId="b75c2dfd-7087-4e6d-8294-e848e36bd412" providerId="ADAL" clId="{CB06E170-F2E1-4C75-AFAA-714316EDE9E5}" dt="2025-02-23T09:29:54.255" v="132" actId="26606"/>
          <ac:cxnSpMkLst>
            <pc:docMk/>
            <pc:sldMk cId="1909851725" sldId="256"/>
            <ac:cxnSpMk id="13" creationId="{F7C8EA93-3210-4C62-99E9-153C275E3A87}"/>
          </ac:cxnSpMkLst>
        </pc:cxnChg>
      </pc:sldChg>
      <pc:sldChg chg="addSp delSp modSp new mod setBg">
        <pc:chgData name="Qian, Kaiyang" userId="b75c2dfd-7087-4e6d-8294-e848e36bd412" providerId="ADAL" clId="{CB06E170-F2E1-4C75-AFAA-714316EDE9E5}" dt="2025-02-23T09:29:58.508" v="134" actId="26606"/>
        <pc:sldMkLst>
          <pc:docMk/>
          <pc:sldMk cId="3160202943" sldId="257"/>
        </pc:sldMkLst>
        <pc:spChg chg="mod">
          <ac:chgData name="Qian, Kaiyang" userId="b75c2dfd-7087-4e6d-8294-e848e36bd412" providerId="ADAL" clId="{CB06E170-F2E1-4C75-AFAA-714316EDE9E5}" dt="2025-02-23T09:29:58.508" v="134" actId="26606"/>
          <ac:spMkLst>
            <pc:docMk/>
            <pc:sldMk cId="3160202943" sldId="257"/>
            <ac:spMk id="2" creationId="{FC85F3F8-CC5B-FDE6-4AF9-046CBECA8132}"/>
          </ac:spMkLst>
        </pc:spChg>
        <pc:spChg chg="add del mod">
          <ac:chgData name="Qian, Kaiyang" userId="b75c2dfd-7087-4e6d-8294-e848e36bd412" providerId="ADAL" clId="{CB06E170-F2E1-4C75-AFAA-714316EDE9E5}" dt="2025-02-23T09:29:58.508" v="134" actId="26606"/>
          <ac:spMkLst>
            <pc:docMk/>
            <pc:sldMk cId="3160202943" sldId="257"/>
            <ac:spMk id="3" creationId="{5DBDFA31-27FD-6007-45F8-C19AFA05E676}"/>
          </ac:spMkLst>
        </pc:spChg>
        <pc:spChg chg="add mod">
          <ac:chgData name="Qian, Kaiyang" userId="b75c2dfd-7087-4e6d-8294-e848e36bd412" providerId="ADAL" clId="{CB06E170-F2E1-4C75-AFAA-714316EDE9E5}" dt="2025-02-23T09:15:52.822" v="6"/>
          <ac:spMkLst>
            <pc:docMk/>
            <pc:sldMk cId="3160202943" sldId="257"/>
            <ac:spMk id="4" creationId="{2A2DC545-E32B-B210-264A-0984BE9AA06A}"/>
          </ac:spMkLst>
        </pc:spChg>
        <pc:spChg chg="add mod">
          <ac:chgData name="Qian, Kaiyang" userId="b75c2dfd-7087-4e6d-8294-e848e36bd412" providerId="ADAL" clId="{CB06E170-F2E1-4C75-AFAA-714316EDE9E5}" dt="2025-02-23T09:15:54.784" v="8"/>
          <ac:spMkLst>
            <pc:docMk/>
            <pc:sldMk cId="3160202943" sldId="257"/>
            <ac:spMk id="5" creationId="{618292AD-4FD7-7ED1-932C-9E507933A635}"/>
          </ac:spMkLst>
        </pc:spChg>
        <pc:spChg chg="add">
          <ac:chgData name="Qian, Kaiyang" userId="b75c2dfd-7087-4e6d-8294-e848e36bd412" providerId="ADAL" clId="{CB06E170-F2E1-4C75-AFAA-714316EDE9E5}" dt="2025-02-23T09:29:58.508" v="134" actId="26606"/>
          <ac:spMkLst>
            <pc:docMk/>
            <pc:sldMk cId="3160202943" sldId="257"/>
            <ac:spMk id="8" creationId="{DBF61EA3-B236-439E-9C0B-340980D56BEE}"/>
          </ac:spMkLst>
        </pc:spChg>
        <pc:spChg chg="add">
          <ac:chgData name="Qian, Kaiyang" userId="b75c2dfd-7087-4e6d-8294-e848e36bd412" providerId="ADAL" clId="{CB06E170-F2E1-4C75-AFAA-714316EDE9E5}" dt="2025-02-23T09:29:58.508" v="134" actId="26606"/>
          <ac:spMkLst>
            <pc:docMk/>
            <pc:sldMk cId="3160202943" sldId="257"/>
            <ac:spMk id="14" creationId="{E659831F-0D9A-4C63-9EBB-8435B85A440F}"/>
          </ac:spMkLst>
        </pc:spChg>
        <pc:grpChg chg="add">
          <ac:chgData name="Qian, Kaiyang" userId="b75c2dfd-7087-4e6d-8294-e848e36bd412" providerId="ADAL" clId="{CB06E170-F2E1-4C75-AFAA-714316EDE9E5}" dt="2025-02-23T09:29:58.508" v="134" actId="26606"/>
          <ac:grpSpMkLst>
            <pc:docMk/>
            <pc:sldMk cId="3160202943" sldId="257"/>
            <ac:grpSpMk id="10" creationId="{28FAF094-D087-493F-8DF9-A486C2D6BBAA}"/>
          </ac:grpSpMkLst>
        </pc:grpChg>
      </pc:sldChg>
      <pc:sldChg chg="addSp delSp modSp new del mod">
        <pc:chgData name="Qian, Kaiyang" userId="b75c2dfd-7087-4e6d-8294-e848e36bd412" providerId="ADAL" clId="{CB06E170-F2E1-4C75-AFAA-714316EDE9E5}" dt="2025-02-23T09:18:19.256" v="35" actId="2696"/>
        <pc:sldMkLst>
          <pc:docMk/>
          <pc:sldMk cId="3942930143" sldId="258"/>
        </pc:sldMkLst>
        <pc:spChg chg="mod">
          <ac:chgData name="Qian, Kaiyang" userId="b75c2dfd-7087-4e6d-8294-e848e36bd412" providerId="ADAL" clId="{CB06E170-F2E1-4C75-AFAA-714316EDE9E5}" dt="2025-02-23T09:16:40.750" v="15"/>
          <ac:spMkLst>
            <pc:docMk/>
            <pc:sldMk cId="3942930143" sldId="258"/>
            <ac:spMk id="2" creationId="{C351207B-CE01-967A-D0FD-C8C029692B63}"/>
          </ac:spMkLst>
        </pc:spChg>
        <pc:spChg chg="add del mod">
          <ac:chgData name="Qian, Kaiyang" userId="b75c2dfd-7087-4e6d-8294-e848e36bd412" providerId="ADAL" clId="{CB06E170-F2E1-4C75-AFAA-714316EDE9E5}" dt="2025-02-23T09:18:04.535" v="32" actId="14"/>
          <ac:spMkLst>
            <pc:docMk/>
            <pc:sldMk cId="3942930143" sldId="258"/>
            <ac:spMk id="3" creationId="{6632D74D-62F9-D456-3808-BF30493612D9}"/>
          </ac:spMkLst>
        </pc:spChg>
        <pc:spChg chg="add">
          <ac:chgData name="Qian, Kaiyang" userId="b75c2dfd-7087-4e6d-8294-e848e36bd412" providerId="ADAL" clId="{CB06E170-F2E1-4C75-AFAA-714316EDE9E5}" dt="2025-02-23T09:16:47.649" v="18"/>
          <ac:spMkLst>
            <pc:docMk/>
            <pc:sldMk cId="3942930143" sldId="258"/>
            <ac:spMk id="4" creationId="{3728200D-74E4-06CD-803B-949B1F8D1612}"/>
          </ac:spMkLst>
        </pc:spChg>
        <pc:spChg chg="add">
          <ac:chgData name="Qian, Kaiyang" userId="b75c2dfd-7087-4e6d-8294-e848e36bd412" providerId="ADAL" clId="{CB06E170-F2E1-4C75-AFAA-714316EDE9E5}" dt="2025-02-23T09:16:50.129" v="19"/>
          <ac:spMkLst>
            <pc:docMk/>
            <pc:sldMk cId="3942930143" sldId="258"/>
            <ac:spMk id="5" creationId="{360DF40E-5605-23BA-3F37-8A294CF8D56C}"/>
          </ac:spMkLst>
        </pc:spChg>
        <pc:spChg chg="add">
          <ac:chgData name="Qian, Kaiyang" userId="b75c2dfd-7087-4e6d-8294-e848e36bd412" providerId="ADAL" clId="{CB06E170-F2E1-4C75-AFAA-714316EDE9E5}" dt="2025-02-23T09:16:54.425" v="20"/>
          <ac:spMkLst>
            <pc:docMk/>
            <pc:sldMk cId="3942930143" sldId="258"/>
            <ac:spMk id="6" creationId="{FD9417C6-6ED0-E28F-D5AF-6E28665B00BF}"/>
          </ac:spMkLst>
        </pc:spChg>
        <pc:spChg chg="add mod">
          <ac:chgData name="Qian, Kaiyang" userId="b75c2dfd-7087-4e6d-8294-e848e36bd412" providerId="ADAL" clId="{CB06E170-F2E1-4C75-AFAA-714316EDE9E5}" dt="2025-02-23T09:17:05.552" v="24"/>
          <ac:spMkLst>
            <pc:docMk/>
            <pc:sldMk cId="3942930143" sldId="258"/>
            <ac:spMk id="7" creationId="{FF464DCA-92F6-2021-1FC6-E274B5FA1137}"/>
          </ac:spMkLst>
        </pc:spChg>
      </pc:sldChg>
      <pc:sldChg chg="addSp modSp new mod setBg">
        <pc:chgData name="Qian, Kaiyang" userId="b75c2dfd-7087-4e6d-8294-e848e36bd412" providerId="ADAL" clId="{CB06E170-F2E1-4C75-AFAA-714316EDE9E5}" dt="2025-02-23T09:30:04.177" v="135" actId="26606"/>
        <pc:sldMkLst>
          <pc:docMk/>
          <pc:sldMk cId="2032606500" sldId="259"/>
        </pc:sldMkLst>
        <pc:spChg chg="mod">
          <ac:chgData name="Qian, Kaiyang" userId="b75c2dfd-7087-4e6d-8294-e848e36bd412" providerId="ADAL" clId="{CB06E170-F2E1-4C75-AFAA-714316EDE9E5}" dt="2025-02-23T09:30:04.177" v="135" actId="26606"/>
          <ac:spMkLst>
            <pc:docMk/>
            <pc:sldMk cId="2032606500" sldId="259"/>
            <ac:spMk id="2" creationId="{8DE99812-3B7F-42B9-1359-C56B1B1AB840}"/>
          </ac:spMkLst>
        </pc:spChg>
        <pc:spChg chg="mod">
          <ac:chgData name="Qian, Kaiyang" userId="b75c2dfd-7087-4e6d-8294-e848e36bd412" providerId="ADAL" clId="{CB06E170-F2E1-4C75-AFAA-714316EDE9E5}" dt="2025-02-23T09:30:04.177" v="135" actId="26606"/>
          <ac:spMkLst>
            <pc:docMk/>
            <pc:sldMk cId="2032606500" sldId="259"/>
            <ac:spMk id="3" creationId="{34606194-8CF0-03F1-A22C-6B9989DEE6A7}"/>
          </ac:spMkLst>
        </pc:spChg>
        <pc:spChg chg="add">
          <ac:chgData name="Qian, Kaiyang" userId="b75c2dfd-7087-4e6d-8294-e848e36bd412" providerId="ADAL" clId="{CB06E170-F2E1-4C75-AFAA-714316EDE9E5}" dt="2025-02-23T09:30:04.177" v="135" actId="26606"/>
          <ac:spMkLst>
            <pc:docMk/>
            <pc:sldMk cId="2032606500" sldId="259"/>
            <ac:spMk id="8" creationId="{DBF61EA3-B236-439E-9C0B-340980D56BEE}"/>
          </ac:spMkLst>
        </pc:spChg>
        <pc:spChg chg="add">
          <ac:chgData name="Qian, Kaiyang" userId="b75c2dfd-7087-4e6d-8294-e848e36bd412" providerId="ADAL" clId="{CB06E170-F2E1-4C75-AFAA-714316EDE9E5}" dt="2025-02-23T09:30:04.177" v="135" actId="26606"/>
          <ac:spMkLst>
            <pc:docMk/>
            <pc:sldMk cId="2032606500" sldId="259"/>
            <ac:spMk id="14" creationId="{E659831F-0D9A-4C63-9EBB-8435B85A440F}"/>
          </ac:spMkLst>
        </pc:spChg>
        <pc:grpChg chg="add">
          <ac:chgData name="Qian, Kaiyang" userId="b75c2dfd-7087-4e6d-8294-e848e36bd412" providerId="ADAL" clId="{CB06E170-F2E1-4C75-AFAA-714316EDE9E5}" dt="2025-02-23T09:30:04.177" v="135" actId="26606"/>
          <ac:grpSpMkLst>
            <pc:docMk/>
            <pc:sldMk cId="2032606500" sldId="259"/>
            <ac:grpSpMk id="10" creationId="{28FAF094-D087-493F-8DF9-A486C2D6BBAA}"/>
          </ac:grpSpMkLst>
        </pc:grpChg>
      </pc:sldChg>
      <pc:sldChg chg="addSp delSp modSp new mod setBg">
        <pc:chgData name="Qian, Kaiyang" userId="b75c2dfd-7087-4e6d-8294-e848e36bd412" providerId="ADAL" clId="{CB06E170-F2E1-4C75-AFAA-714316EDE9E5}" dt="2025-02-23T09:30:17.217" v="150" actId="26606"/>
        <pc:sldMkLst>
          <pc:docMk/>
          <pc:sldMk cId="267094188" sldId="260"/>
        </pc:sldMkLst>
        <pc:spChg chg="mod">
          <ac:chgData name="Qian, Kaiyang" userId="b75c2dfd-7087-4e6d-8294-e848e36bd412" providerId="ADAL" clId="{CB06E170-F2E1-4C75-AFAA-714316EDE9E5}" dt="2025-02-23T09:30:17.217" v="150" actId="26606"/>
          <ac:spMkLst>
            <pc:docMk/>
            <pc:sldMk cId="267094188" sldId="260"/>
            <ac:spMk id="2" creationId="{6553A675-961C-AFCF-BC9E-699273467B61}"/>
          </ac:spMkLst>
        </pc:spChg>
        <pc:spChg chg="mod">
          <ac:chgData name="Qian, Kaiyang" userId="b75c2dfd-7087-4e6d-8294-e848e36bd412" providerId="ADAL" clId="{CB06E170-F2E1-4C75-AFAA-714316EDE9E5}" dt="2025-02-23T09:30:17.217" v="150" actId="26606"/>
          <ac:spMkLst>
            <pc:docMk/>
            <pc:sldMk cId="267094188" sldId="260"/>
            <ac:spMk id="3" creationId="{AFFA0BFE-5EF6-DA23-C208-53242E1C86CA}"/>
          </ac:spMkLst>
        </pc:spChg>
        <pc:spChg chg="add del">
          <ac:chgData name="Qian, Kaiyang" userId="b75c2dfd-7087-4e6d-8294-e848e36bd412" providerId="ADAL" clId="{CB06E170-F2E1-4C75-AFAA-714316EDE9E5}" dt="2025-02-23T09:30:10.551" v="137" actId="26606"/>
          <ac:spMkLst>
            <pc:docMk/>
            <pc:sldMk cId="267094188" sldId="260"/>
            <ac:spMk id="8" creationId="{4DA718D0-4865-4629-8134-44F68D41D574}"/>
          </ac:spMkLst>
        </pc:spChg>
        <pc:spChg chg="add del">
          <ac:chgData name="Qian, Kaiyang" userId="b75c2dfd-7087-4e6d-8294-e848e36bd412" providerId="ADAL" clId="{CB06E170-F2E1-4C75-AFAA-714316EDE9E5}" dt="2025-02-23T09:30:10.551" v="137" actId="26606"/>
          <ac:spMkLst>
            <pc:docMk/>
            <pc:sldMk cId="267094188" sldId="260"/>
            <ac:spMk id="14" creationId="{CBC4F608-B4B8-48C3-9572-C0F061B1CD99}"/>
          </ac:spMkLst>
        </pc:spChg>
        <pc:spChg chg="add del">
          <ac:chgData name="Qian, Kaiyang" userId="b75c2dfd-7087-4e6d-8294-e848e36bd412" providerId="ADAL" clId="{CB06E170-F2E1-4C75-AFAA-714316EDE9E5}" dt="2025-02-23T09:30:13.839" v="143" actId="26606"/>
          <ac:spMkLst>
            <pc:docMk/>
            <pc:sldMk cId="267094188" sldId="260"/>
            <ac:spMk id="15" creationId="{D5B0017B-2ECA-49AF-B397-DC140825DF8D}"/>
          </ac:spMkLst>
        </pc:spChg>
        <pc:spChg chg="add del">
          <ac:chgData name="Qian, Kaiyang" userId="b75c2dfd-7087-4e6d-8294-e848e36bd412" providerId="ADAL" clId="{CB06E170-F2E1-4C75-AFAA-714316EDE9E5}" dt="2025-02-23T09:30:11.270" v="139" actId="26606"/>
          <ac:spMkLst>
            <pc:docMk/>
            <pc:sldMk cId="267094188" sldId="260"/>
            <ac:spMk id="16" creationId="{DBF61EA3-B236-439E-9C0B-340980D56BEE}"/>
          </ac:spMkLst>
        </pc:spChg>
        <pc:spChg chg="add del">
          <ac:chgData name="Qian, Kaiyang" userId="b75c2dfd-7087-4e6d-8294-e848e36bd412" providerId="ADAL" clId="{CB06E170-F2E1-4C75-AFAA-714316EDE9E5}" dt="2025-02-23T09:30:11.270" v="139" actId="26606"/>
          <ac:spMkLst>
            <pc:docMk/>
            <pc:sldMk cId="267094188" sldId="260"/>
            <ac:spMk id="20" creationId="{E659831F-0D9A-4C63-9EBB-8435B85A440F}"/>
          </ac:spMkLst>
        </pc:spChg>
        <pc:spChg chg="add del">
          <ac:chgData name="Qian, Kaiyang" userId="b75c2dfd-7087-4e6d-8294-e848e36bd412" providerId="ADAL" clId="{CB06E170-F2E1-4C75-AFAA-714316EDE9E5}" dt="2025-02-23T09:30:12.558" v="141" actId="26606"/>
          <ac:spMkLst>
            <pc:docMk/>
            <pc:sldMk cId="267094188" sldId="260"/>
            <ac:spMk id="22" creationId="{4DA718D0-4865-4629-8134-44F68D41D574}"/>
          </ac:spMkLst>
        </pc:spChg>
        <pc:spChg chg="add del">
          <ac:chgData name="Qian, Kaiyang" userId="b75c2dfd-7087-4e6d-8294-e848e36bd412" providerId="ADAL" clId="{CB06E170-F2E1-4C75-AFAA-714316EDE9E5}" dt="2025-02-23T09:30:12.558" v="141" actId="26606"/>
          <ac:spMkLst>
            <pc:docMk/>
            <pc:sldMk cId="267094188" sldId="260"/>
            <ac:spMk id="24" creationId="{CBC4F608-B4B8-48C3-9572-C0F061B1CD99}"/>
          </ac:spMkLst>
        </pc:spChg>
        <pc:spChg chg="add del">
          <ac:chgData name="Qian, Kaiyang" userId="b75c2dfd-7087-4e6d-8294-e848e36bd412" providerId="ADAL" clId="{CB06E170-F2E1-4C75-AFAA-714316EDE9E5}" dt="2025-02-23T09:30:13.839" v="143" actId="26606"/>
          <ac:spMkLst>
            <pc:docMk/>
            <pc:sldMk cId="267094188" sldId="260"/>
            <ac:spMk id="26" creationId="{B6CDA21F-E7AF-4C75-8395-33F58D5B0E45}"/>
          </ac:spMkLst>
        </pc:spChg>
        <pc:spChg chg="add del">
          <ac:chgData name="Qian, Kaiyang" userId="b75c2dfd-7087-4e6d-8294-e848e36bd412" providerId="ADAL" clId="{CB06E170-F2E1-4C75-AFAA-714316EDE9E5}" dt="2025-02-23T09:30:14.824" v="145" actId="26606"/>
          <ac:spMkLst>
            <pc:docMk/>
            <pc:sldMk cId="267094188" sldId="260"/>
            <ac:spMk id="32" creationId="{4DA718D0-4865-4629-8134-44F68D41D574}"/>
          </ac:spMkLst>
        </pc:spChg>
        <pc:spChg chg="add del">
          <ac:chgData name="Qian, Kaiyang" userId="b75c2dfd-7087-4e6d-8294-e848e36bd412" providerId="ADAL" clId="{CB06E170-F2E1-4C75-AFAA-714316EDE9E5}" dt="2025-02-23T09:30:14.824" v="145" actId="26606"/>
          <ac:spMkLst>
            <pc:docMk/>
            <pc:sldMk cId="267094188" sldId="260"/>
            <ac:spMk id="34" creationId="{CBC4F608-B4B8-48C3-9572-C0F061B1CD99}"/>
          </ac:spMkLst>
        </pc:spChg>
        <pc:spChg chg="add del">
          <ac:chgData name="Qian, Kaiyang" userId="b75c2dfd-7087-4e6d-8294-e848e36bd412" providerId="ADAL" clId="{CB06E170-F2E1-4C75-AFAA-714316EDE9E5}" dt="2025-02-23T09:30:16.394" v="147" actId="26606"/>
          <ac:spMkLst>
            <pc:docMk/>
            <pc:sldMk cId="267094188" sldId="260"/>
            <ac:spMk id="36" creationId="{DBF61EA3-B236-439E-9C0B-340980D56BEE}"/>
          </ac:spMkLst>
        </pc:spChg>
        <pc:spChg chg="add del">
          <ac:chgData name="Qian, Kaiyang" userId="b75c2dfd-7087-4e6d-8294-e848e36bd412" providerId="ADAL" clId="{CB06E170-F2E1-4C75-AFAA-714316EDE9E5}" dt="2025-02-23T09:30:16.394" v="147" actId="26606"/>
          <ac:spMkLst>
            <pc:docMk/>
            <pc:sldMk cId="267094188" sldId="260"/>
            <ac:spMk id="40" creationId="{E659831F-0D9A-4C63-9EBB-8435B85A440F}"/>
          </ac:spMkLst>
        </pc:spChg>
        <pc:spChg chg="add del">
          <ac:chgData name="Qian, Kaiyang" userId="b75c2dfd-7087-4e6d-8294-e848e36bd412" providerId="ADAL" clId="{CB06E170-F2E1-4C75-AFAA-714316EDE9E5}" dt="2025-02-23T09:30:17.212" v="149" actId="26606"/>
          <ac:spMkLst>
            <pc:docMk/>
            <pc:sldMk cId="267094188" sldId="260"/>
            <ac:spMk id="42" creationId="{4DA718D0-4865-4629-8134-44F68D41D574}"/>
          </ac:spMkLst>
        </pc:spChg>
        <pc:spChg chg="add del">
          <ac:chgData name="Qian, Kaiyang" userId="b75c2dfd-7087-4e6d-8294-e848e36bd412" providerId="ADAL" clId="{CB06E170-F2E1-4C75-AFAA-714316EDE9E5}" dt="2025-02-23T09:30:17.212" v="149" actId="26606"/>
          <ac:spMkLst>
            <pc:docMk/>
            <pc:sldMk cId="267094188" sldId="260"/>
            <ac:spMk id="44" creationId="{CBC4F608-B4B8-48C3-9572-C0F061B1CD99}"/>
          </ac:spMkLst>
        </pc:spChg>
        <pc:spChg chg="add">
          <ac:chgData name="Qian, Kaiyang" userId="b75c2dfd-7087-4e6d-8294-e848e36bd412" providerId="ADAL" clId="{CB06E170-F2E1-4C75-AFAA-714316EDE9E5}" dt="2025-02-23T09:30:17.217" v="150" actId="26606"/>
          <ac:spMkLst>
            <pc:docMk/>
            <pc:sldMk cId="267094188" sldId="260"/>
            <ac:spMk id="46" creationId="{DBF61EA3-B236-439E-9C0B-340980D56BEE}"/>
          </ac:spMkLst>
        </pc:spChg>
        <pc:spChg chg="add">
          <ac:chgData name="Qian, Kaiyang" userId="b75c2dfd-7087-4e6d-8294-e848e36bd412" providerId="ADAL" clId="{CB06E170-F2E1-4C75-AFAA-714316EDE9E5}" dt="2025-02-23T09:30:17.217" v="150" actId="26606"/>
          <ac:spMkLst>
            <pc:docMk/>
            <pc:sldMk cId="267094188" sldId="260"/>
            <ac:spMk id="50" creationId="{E659831F-0D9A-4C63-9EBB-8435B85A440F}"/>
          </ac:spMkLst>
        </pc:spChg>
        <pc:grpChg chg="add del">
          <ac:chgData name="Qian, Kaiyang" userId="b75c2dfd-7087-4e6d-8294-e848e36bd412" providerId="ADAL" clId="{CB06E170-F2E1-4C75-AFAA-714316EDE9E5}" dt="2025-02-23T09:30:10.551" v="137" actId="26606"/>
          <ac:grpSpMkLst>
            <pc:docMk/>
            <pc:sldMk cId="267094188" sldId="260"/>
            <ac:grpSpMk id="10" creationId="{65167ED7-6315-43AB-B1B6-C326D5FD8F84}"/>
          </ac:grpSpMkLst>
        </pc:grpChg>
        <pc:grpChg chg="add del">
          <ac:chgData name="Qian, Kaiyang" userId="b75c2dfd-7087-4e6d-8294-e848e36bd412" providerId="ADAL" clId="{CB06E170-F2E1-4C75-AFAA-714316EDE9E5}" dt="2025-02-23T09:30:11.270" v="139" actId="26606"/>
          <ac:grpSpMkLst>
            <pc:docMk/>
            <pc:sldMk cId="267094188" sldId="260"/>
            <ac:grpSpMk id="17" creationId="{28FAF094-D087-493F-8DF9-A486C2D6BBAA}"/>
          </ac:grpSpMkLst>
        </pc:grpChg>
        <pc:grpChg chg="add del">
          <ac:chgData name="Qian, Kaiyang" userId="b75c2dfd-7087-4e6d-8294-e848e36bd412" providerId="ADAL" clId="{CB06E170-F2E1-4C75-AFAA-714316EDE9E5}" dt="2025-02-23T09:30:12.558" v="141" actId="26606"/>
          <ac:grpSpMkLst>
            <pc:docMk/>
            <pc:sldMk cId="267094188" sldId="260"/>
            <ac:grpSpMk id="23" creationId="{65167ED7-6315-43AB-B1B6-C326D5FD8F84}"/>
          </ac:grpSpMkLst>
        </pc:grpChg>
        <pc:grpChg chg="add del">
          <ac:chgData name="Qian, Kaiyang" userId="b75c2dfd-7087-4e6d-8294-e848e36bd412" providerId="ADAL" clId="{CB06E170-F2E1-4C75-AFAA-714316EDE9E5}" dt="2025-02-23T09:30:13.839" v="143" actId="26606"/>
          <ac:grpSpMkLst>
            <pc:docMk/>
            <pc:sldMk cId="267094188" sldId="260"/>
            <ac:grpSpMk id="27" creationId="{AE1C45F0-260A-458C-96ED-C1F6D2151219}"/>
          </ac:grpSpMkLst>
        </pc:grpChg>
        <pc:grpChg chg="add del">
          <ac:chgData name="Qian, Kaiyang" userId="b75c2dfd-7087-4e6d-8294-e848e36bd412" providerId="ADAL" clId="{CB06E170-F2E1-4C75-AFAA-714316EDE9E5}" dt="2025-02-23T09:30:14.824" v="145" actId="26606"/>
          <ac:grpSpMkLst>
            <pc:docMk/>
            <pc:sldMk cId="267094188" sldId="260"/>
            <ac:grpSpMk id="33" creationId="{65167ED7-6315-43AB-B1B6-C326D5FD8F84}"/>
          </ac:grpSpMkLst>
        </pc:grpChg>
        <pc:grpChg chg="add del">
          <ac:chgData name="Qian, Kaiyang" userId="b75c2dfd-7087-4e6d-8294-e848e36bd412" providerId="ADAL" clId="{CB06E170-F2E1-4C75-AFAA-714316EDE9E5}" dt="2025-02-23T09:30:16.394" v="147" actId="26606"/>
          <ac:grpSpMkLst>
            <pc:docMk/>
            <pc:sldMk cId="267094188" sldId="260"/>
            <ac:grpSpMk id="37" creationId="{28FAF094-D087-493F-8DF9-A486C2D6BBAA}"/>
          </ac:grpSpMkLst>
        </pc:grpChg>
        <pc:grpChg chg="add del">
          <ac:chgData name="Qian, Kaiyang" userId="b75c2dfd-7087-4e6d-8294-e848e36bd412" providerId="ADAL" clId="{CB06E170-F2E1-4C75-AFAA-714316EDE9E5}" dt="2025-02-23T09:30:17.212" v="149" actId="26606"/>
          <ac:grpSpMkLst>
            <pc:docMk/>
            <pc:sldMk cId="267094188" sldId="260"/>
            <ac:grpSpMk id="43" creationId="{65167ED7-6315-43AB-B1B6-C326D5FD8F84}"/>
          </ac:grpSpMkLst>
        </pc:grpChg>
        <pc:grpChg chg="add">
          <ac:chgData name="Qian, Kaiyang" userId="b75c2dfd-7087-4e6d-8294-e848e36bd412" providerId="ADAL" clId="{CB06E170-F2E1-4C75-AFAA-714316EDE9E5}" dt="2025-02-23T09:30:17.217" v="150" actId="26606"/>
          <ac:grpSpMkLst>
            <pc:docMk/>
            <pc:sldMk cId="267094188" sldId="260"/>
            <ac:grpSpMk id="47" creationId="{28FAF094-D087-493F-8DF9-A486C2D6BBAA}"/>
          </ac:grpSpMkLst>
        </pc:grpChg>
        <pc:cxnChg chg="add del">
          <ac:chgData name="Qian, Kaiyang" userId="b75c2dfd-7087-4e6d-8294-e848e36bd412" providerId="ADAL" clId="{CB06E170-F2E1-4C75-AFAA-714316EDE9E5}" dt="2025-02-23T09:30:13.839" v="143" actId="26606"/>
          <ac:cxnSpMkLst>
            <pc:docMk/>
            <pc:sldMk cId="267094188" sldId="260"/>
            <ac:cxnSpMk id="30" creationId="{6CF1BAF6-AD41-4082-B212-8A1F9A2E8779}"/>
          </ac:cxnSpMkLst>
        </pc:cxnChg>
      </pc:sldChg>
      <pc:sldChg chg="addSp delSp modSp new mod setBg">
        <pc:chgData name="Qian, Kaiyang" userId="b75c2dfd-7087-4e6d-8294-e848e36bd412" providerId="ADAL" clId="{CB06E170-F2E1-4C75-AFAA-714316EDE9E5}" dt="2025-02-23T09:30:30.251" v="152" actId="26606"/>
        <pc:sldMkLst>
          <pc:docMk/>
          <pc:sldMk cId="2950641329" sldId="261"/>
        </pc:sldMkLst>
        <pc:spChg chg="del">
          <ac:chgData name="Qian, Kaiyang" userId="b75c2dfd-7087-4e6d-8294-e848e36bd412" providerId="ADAL" clId="{CB06E170-F2E1-4C75-AFAA-714316EDE9E5}" dt="2025-02-23T09:22:38.010" v="67" actId="478"/>
          <ac:spMkLst>
            <pc:docMk/>
            <pc:sldMk cId="2950641329" sldId="261"/>
            <ac:spMk id="2" creationId="{53A8BB53-3D56-19B3-2630-CF7BA9C956E6}"/>
          </ac:spMkLst>
        </pc:spChg>
        <pc:spChg chg="del">
          <ac:chgData name="Qian, Kaiyang" userId="b75c2dfd-7087-4e6d-8294-e848e36bd412" providerId="ADAL" clId="{CB06E170-F2E1-4C75-AFAA-714316EDE9E5}" dt="2025-02-23T09:21:51.417" v="53" actId="22"/>
          <ac:spMkLst>
            <pc:docMk/>
            <pc:sldMk cId="2950641329" sldId="261"/>
            <ac:spMk id="3" creationId="{62BF7E6A-EF30-6E2E-8A32-D105DBC72F33}"/>
          </ac:spMkLst>
        </pc:spChg>
        <pc:picChg chg="add mod ord">
          <ac:chgData name="Qian, Kaiyang" userId="b75c2dfd-7087-4e6d-8294-e848e36bd412" providerId="ADAL" clId="{CB06E170-F2E1-4C75-AFAA-714316EDE9E5}" dt="2025-02-23T09:30:30.251" v="152" actId="26606"/>
          <ac:picMkLst>
            <pc:docMk/>
            <pc:sldMk cId="2950641329" sldId="261"/>
            <ac:picMk id="5" creationId="{B35BF510-F370-7CCC-D520-DE7A26B442E8}"/>
          </ac:picMkLst>
        </pc:picChg>
        <pc:picChg chg="add mod">
          <ac:chgData name="Qian, Kaiyang" userId="b75c2dfd-7087-4e6d-8294-e848e36bd412" providerId="ADAL" clId="{CB06E170-F2E1-4C75-AFAA-714316EDE9E5}" dt="2025-02-23T09:30:30.251" v="152" actId="26606"/>
          <ac:picMkLst>
            <pc:docMk/>
            <pc:sldMk cId="2950641329" sldId="261"/>
            <ac:picMk id="7" creationId="{66A0A17D-EEB7-224C-F636-7399BC098FAF}"/>
          </ac:picMkLst>
        </pc:picChg>
      </pc:sldChg>
      <pc:sldChg chg="addSp modSp new mod setBg">
        <pc:chgData name="Qian, Kaiyang" userId="b75c2dfd-7087-4e6d-8294-e848e36bd412" providerId="ADAL" clId="{CB06E170-F2E1-4C75-AFAA-714316EDE9E5}" dt="2025-02-23T09:30:43.138" v="156" actId="26606"/>
        <pc:sldMkLst>
          <pc:docMk/>
          <pc:sldMk cId="2468931246" sldId="262"/>
        </pc:sldMkLst>
        <pc:spChg chg="mod">
          <ac:chgData name="Qian, Kaiyang" userId="b75c2dfd-7087-4e6d-8294-e848e36bd412" providerId="ADAL" clId="{CB06E170-F2E1-4C75-AFAA-714316EDE9E5}" dt="2025-02-23T09:30:43.138" v="156" actId="26606"/>
          <ac:spMkLst>
            <pc:docMk/>
            <pc:sldMk cId="2468931246" sldId="262"/>
            <ac:spMk id="2" creationId="{D1346932-1923-CF6D-CC33-0AAB67784162}"/>
          </ac:spMkLst>
        </pc:spChg>
        <pc:spChg chg="mod">
          <ac:chgData name="Qian, Kaiyang" userId="b75c2dfd-7087-4e6d-8294-e848e36bd412" providerId="ADAL" clId="{CB06E170-F2E1-4C75-AFAA-714316EDE9E5}" dt="2025-02-23T09:30:43.138" v="156" actId="26606"/>
          <ac:spMkLst>
            <pc:docMk/>
            <pc:sldMk cId="2468931246" sldId="262"/>
            <ac:spMk id="3" creationId="{9B37B9E2-F165-2E67-4745-EDD0BA9F08CF}"/>
          </ac:spMkLst>
        </pc:spChg>
        <pc:spChg chg="add">
          <ac:chgData name="Qian, Kaiyang" userId="b75c2dfd-7087-4e6d-8294-e848e36bd412" providerId="ADAL" clId="{CB06E170-F2E1-4C75-AFAA-714316EDE9E5}" dt="2025-02-23T09:30:43.138" v="156" actId="26606"/>
          <ac:spMkLst>
            <pc:docMk/>
            <pc:sldMk cId="2468931246" sldId="262"/>
            <ac:spMk id="8" creationId="{DBF61EA3-B236-439E-9C0B-340980D56BEE}"/>
          </ac:spMkLst>
        </pc:spChg>
        <pc:spChg chg="add">
          <ac:chgData name="Qian, Kaiyang" userId="b75c2dfd-7087-4e6d-8294-e848e36bd412" providerId="ADAL" clId="{CB06E170-F2E1-4C75-AFAA-714316EDE9E5}" dt="2025-02-23T09:30:43.138" v="156" actId="26606"/>
          <ac:spMkLst>
            <pc:docMk/>
            <pc:sldMk cId="2468931246" sldId="262"/>
            <ac:spMk id="14" creationId="{E659831F-0D9A-4C63-9EBB-8435B85A440F}"/>
          </ac:spMkLst>
        </pc:spChg>
        <pc:grpChg chg="add">
          <ac:chgData name="Qian, Kaiyang" userId="b75c2dfd-7087-4e6d-8294-e848e36bd412" providerId="ADAL" clId="{CB06E170-F2E1-4C75-AFAA-714316EDE9E5}" dt="2025-02-23T09:30:43.138" v="156" actId="26606"/>
          <ac:grpSpMkLst>
            <pc:docMk/>
            <pc:sldMk cId="2468931246" sldId="262"/>
            <ac:grpSpMk id="10" creationId="{28FAF094-D087-493F-8DF9-A486C2D6BBAA}"/>
          </ac:grpSpMkLst>
        </pc:grpChg>
      </pc:sldChg>
      <pc:sldChg chg="addSp delSp modSp new mod setBg">
        <pc:chgData name="Qian, Kaiyang" userId="b75c2dfd-7087-4e6d-8294-e848e36bd412" providerId="ADAL" clId="{CB06E170-F2E1-4C75-AFAA-714316EDE9E5}" dt="2025-02-23T09:30:33.616" v="153" actId="26606"/>
        <pc:sldMkLst>
          <pc:docMk/>
          <pc:sldMk cId="1116257864" sldId="263"/>
        </pc:sldMkLst>
        <pc:spChg chg="mod">
          <ac:chgData name="Qian, Kaiyang" userId="b75c2dfd-7087-4e6d-8294-e848e36bd412" providerId="ADAL" clId="{CB06E170-F2E1-4C75-AFAA-714316EDE9E5}" dt="2025-02-23T09:30:33.616" v="153" actId="26606"/>
          <ac:spMkLst>
            <pc:docMk/>
            <pc:sldMk cId="1116257864" sldId="263"/>
            <ac:spMk id="2" creationId="{8F9C930F-036C-422B-1550-B75753CF7879}"/>
          </ac:spMkLst>
        </pc:spChg>
        <pc:spChg chg="mod">
          <ac:chgData name="Qian, Kaiyang" userId="b75c2dfd-7087-4e6d-8294-e848e36bd412" providerId="ADAL" clId="{CB06E170-F2E1-4C75-AFAA-714316EDE9E5}" dt="2025-02-23T09:30:33.616" v="153" actId="26606"/>
          <ac:spMkLst>
            <pc:docMk/>
            <pc:sldMk cId="1116257864" sldId="263"/>
            <ac:spMk id="3" creationId="{81768A50-09C6-2070-506E-FD5FBB0B086F}"/>
          </ac:spMkLst>
        </pc:spChg>
        <pc:spChg chg="add del mod">
          <ac:chgData name="Qian, Kaiyang" userId="b75c2dfd-7087-4e6d-8294-e848e36bd412" providerId="ADAL" clId="{CB06E170-F2E1-4C75-AFAA-714316EDE9E5}" dt="2025-02-23T09:26:45.781" v="117" actId="478"/>
          <ac:spMkLst>
            <pc:docMk/>
            <pc:sldMk cId="1116257864" sldId="263"/>
            <ac:spMk id="4" creationId="{96C6DB64-34AC-835C-2F2A-631EDA0B1571}"/>
          </ac:spMkLst>
        </pc:spChg>
        <pc:spChg chg="add">
          <ac:chgData name="Qian, Kaiyang" userId="b75c2dfd-7087-4e6d-8294-e848e36bd412" providerId="ADAL" clId="{CB06E170-F2E1-4C75-AFAA-714316EDE9E5}" dt="2025-02-23T09:30:33.616" v="153" actId="26606"/>
          <ac:spMkLst>
            <pc:docMk/>
            <pc:sldMk cId="1116257864" sldId="263"/>
            <ac:spMk id="8" creationId="{DBF61EA3-B236-439E-9C0B-340980D56BEE}"/>
          </ac:spMkLst>
        </pc:spChg>
        <pc:spChg chg="add">
          <ac:chgData name="Qian, Kaiyang" userId="b75c2dfd-7087-4e6d-8294-e848e36bd412" providerId="ADAL" clId="{CB06E170-F2E1-4C75-AFAA-714316EDE9E5}" dt="2025-02-23T09:30:33.616" v="153" actId="26606"/>
          <ac:spMkLst>
            <pc:docMk/>
            <pc:sldMk cId="1116257864" sldId="263"/>
            <ac:spMk id="14" creationId="{E659831F-0D9A-4C63-9EBB-8435B85A440F}"/>
          </ac:spMkLst>
        </pc:spChg>
        <pc:grpChg chg="add">
          <ac:chgData name="Qian, Kaiyang" userId="b75c2dfd-7087-4e6d-8294-e848e36bd412" providerId="ADAL" clId="{CB06E170-F2E1-4C75-AFAA-714316EDE9E5}" dt="2025-02-23T09:30:33.616" v="153" actId="26606"/>
          <ac:grpSpMkLst>
            <pc:docMk/>
            <pc:sldMk cId="1116257864" sldId="263"/>
            <ac:grpSpMk id="10" creationId="{28FAF094-D087-493F-8DF9-A486C2D6BBAA}"/>
          </ac:grpSpMkLst>
        </pc:grpChg>
      </pc:sldChg>
      <pc:sldChg chg="addSp modSp new mod setBg">
        <pc:chgData name="Qian, Kaiyang" userId="b75c2dfd-7087-4e6d-8294-e848e36bd412" providerId="ADAL" clId="{CB06E170-F2E1-4C75-AFAA-714316EDE9E5}" dt="2025-02-23T09:30:36.095" v="154" actId="26606"/>
        <pc:sldMkLst>
          <pc:docMk/>
          <pc:sldMk cId="1302056756" sldId="264"/>
        </pc:sldMkLst>
        <pc:spChg chg="mod">
          <ac:chgData name="Qian, Kaiyang" userId="b75c2dfd-7087-4e6d-8294-e848e36bd412" providerId="ADAL" clId="{CB06E170-F2E1-4C75-AFAA-714316EDE9E5}" dt="2025-02-23T09:30:36.095" v="154" actId="26606"/>
          <ac:spMkLst>
            <pc:docMk/>
            <pc:sldMk cId="1302056756" sldId="264"/>
            <ac:spMk id="2" creationId="{49D5D8F3-7342-239F-301A-2B3A0FBF2EF8}"/>
          </ac:spMkLst>
        </pc:spChg>
        <pc:spChg chg="mod">
          <ac:chgData name="Qian, Kaiyang" userId="b75c2dfd-7087-4e6d-8294-e848e36bd412" providerId="ADAL" clId="{CB06E170-F2E1-4C75-AFAA-714316EDE9E5}" dt="2025-02-23T09:30:36.095" v="154" actId="26606"/>
          <ac:spMkLst>
            <pc:docMk/>
            <pc:sldMk cId="1302056756" sldId="264"/>
            <ac:spMk id="3" creationId="{8682A614-C48A-DDFD-D9B2-35939A2DEE9E}"/>
          </ac:spMkLst>
        </pc:spChg>
        <pc:spChg chg="add">
          <ac:chgData name="Qian, Kaiyang" userId="b75c2dfd-7087-4e6d-8294-e848e36bd412" providerId="ADAL" clId="{CB06E170-F2E1-4C75-AFAA-714316EDE9E5}" dt="2025-02-23T09:30:36.095" v="154" actId="26606"/>
          <ac:spMkLst>
            <pc:docMk/>
            <pc:sldMk cId="1302056756" sldId="264"/>
            <ac:spMk id="8" creationId="{DBF61EA3-B236-439E-9C0B-340980D56BEE}"/>
          </ac:spMkLst>
        </pc:spChg>
        <pc:spChg chg="add">
          <ac:chgData name="Qian, Kaiyang" userId="b75c2dfd-7087-4e6d-8294-e848e36bd412" providerId="ADAL" clId="{CB06E170-F2E1-4C75-AFAA-714316EDE9E5}" dt="2025-02-23T09:30:36.095" v="154" actId="26606"/>
          <ac:spMkLst>
            <pc:docMk/>
            <pc:sldMk cId="1302056756" sldId="264"/>
            <ac:spMk id="14" creationId="{E659831F-0D9A-4C63-9EBB-8435B85A440F}"/>
          </ac:spMkLst>
        </pc:spChg>
        <pc:grpChg chg="add">
          <ac:chgData name="Qian, Kaiyang" userId="b75c2dfd-7087-4e6d-8294-e848e36bd412" providerId="ADAL" clId="{CB06E170-F2E1-4C75-AFAA-714316EDE9E5}" dt="2025-02-23T09:30:36.095" v="154" actId="26606"/>
          <ac:grpSpMkLst>
            <pc:docMk/>
            <pc:sldMk cId="1302056756" sldId="264"/>
            <ac:grpSpMk id="10" creationId="{28FAF094-D087-493F-8DF9-A486C2D6BBAA}"/>
          </ac:grpSpMkLst>
        </pc:grpChg>
      </pc:sldChg>
      <pc:sldChg chg="addSp delSp modSp new mod setBg">
        <pc:chgData name="Qian, Kaiyang" userId="b75c2dfd-7087-4e6d-8294-e848e36bd412" providerId="ADAL" clId="{CB06E170-F2E1-4C75-AFAA-714316EDE9E5}" dt="2025-02-23T09:30:39.859" v="155" actId="26606"/>
        <pc:sldMkLst>
          <pc:docMk/>
          <pc:sldMk cId="231508613" sldId="265"/>
        </pc:sldMkLst>
        <pc:spChg chg="mod">
          <ac:chgData name="Qian, Kaiyang" userId="b75c2dfd-7087-4e6d-8294-e848e36bd412" providerId="ADAL" clId="{CB06E170-F2E1-4C75-AFAA-714316EDE9E5}" dt="2025-02-23T09:30:39.859" v="155" actId="26606"/>
          <ac:spMkLst>
            <pc:docMk/>
            <pc:sldMk cId="231508613" sldId="265"/>
            <ac:spMk id="2" creationId="{AB9E1F87-421F-3062-8AF2-7D7522FCC39A}"/>
          </ac:spMkLst>
        </pc:spChg>
        <pc:spChg chg="add del mod">
          <ac:chgData name="Qian, Kaiyang" userId="b75c2dfd-7087-4e6d-8294-e848e36bd412" providerId="ADAL" clId="{CB06E170-F2E1-4C75-AFAA-714316EDE9E5}" dt="2025-02-23T09:30:39.859" v="155" actId="26606"/>
          <ac:spMkLst>
            <pc:docMk/>
            <pc:sldMk cId="231508613" sldId="265"/>
            <ac:spMk id="3" creationId="{EBF72AB5-6E88-44AB-A0AC-86B27646BB99}"/>
          </ac:spMkLst>
        </pc:spChg>
        <pc:spChg chg="add mod">
          <ac:chgData name="Qian, Kaiyang" userId="b75c2dfd-7087-4e6d-8294-e848e36bd412" providerId="ADAL" clId="{CB06E170-F2E1-4C75-AFAA-714316EDE9E5}" dt="2025-02-23T09:27:28.542" v="123"/>
          <ac:spMkLst>
            <pc:docMk/>
            <pc:sldMk cId="231508613" sldId="265"/>
            <ac:spMk id="4" creationId="{353C9A95-5E20-4785-7C6F-9DBA299165AF}"/>
          </ac:spMkLst>
        </pc:spChg>
        <pc:spChg chg="add">
          <ac:chgData name="Qian, Kaiyang" userId="b75c2dfd-7087-4e6d-8294-e848e36bd412" providerId="ADAL" clId="{CB06E170-F2E1-4C75-AFAA-714316EDE9E5}" dt="2025-02-23T09:30:39.859" v="155" actId="26606"/>
          <ac:spMkLst>
            <pc:docMk/>
            <pc:sldMk cId="231508613" sldId="265"/>
            <ac:spMk id="8" creationId="{DBF61EA3-B236-439E-9C0B-340980D56BEE}"/>
          </ac:spMkLst>
        </pc:spChg>
        <pc:spChg chg="add">
          <ac:chgData name="Qian, Kaiyang" userId="b75c2dfd-7087-4e6d-8294-e848e36bd412" providerId="ADAL" clId="{CB06E170-F2E1-4C75-AFAA-714316EDE9E5}" dt="2025-02-23T09:30:39.859" v="155" actId="26606"/>
          <ac:spMkLst>
            <pc:docMk/>
            <pc:sldMk cId="231508613" sldId="265"/>
            <ac:spMk id="14" creationId="{E659831F-0D9A-4C63-9EBB-8435B85A440F}"/>
          </ac:spMkLst>
        </pc:spChg>
        <pc:grpChg chg="add">
          <ac:chgData name="Qian, Kaiyang" userId="b75c2dfd-7087-4e6d-8294-e848e36bd412" providerId="ADAL" clId="{CB06E170-F2E1-4C75-AFAA-714316EDE9E5}" dt="2025-02-23T09:30:39.859" v="155" actId="26606"/>
          <ac:grpSpMkLst>
            <pc:docMk/>
            <pc:sldMk cId="231508613" sldId="265"/>
            <ac:grpSpMk id="10" creationId="{28FAF094-D087-493F-8DF9-A486C2D6BBAA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7124-F7A2-B850-0BB1-0B011512B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87DCF-BE19-84E3-1434-FBBFE9BC4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4D61B-3A78-8577-82F9-5DF2E2F99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B03-FBFA-4C90-920D-CED7BC99D66F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030F7-8ED7-6254-CC1A-A11E7A50C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B7A7B-D92D-9E1B-6CCC-27CBF279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D46F3-461B-4F9D-A649-89C5CFF96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27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130D4-A371-B484-321E-6BEDDAC77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287B6-89EA-062C-7FC1-C31C278AB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F1AA4-E3EB-4188-406B-95A6B1692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B03-FBFA-4C90-920D-CED7BC99D66F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18028-799A-E5F0-3D99-824F4AD3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F2559-23F7-201B-C785-AA54A621D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D46F3-461B-4F9D-A649-89C5CFF96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7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0A2AD-868F-3B85-748E-5928CA426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F8DE3-4C1E-EDB3-782E-3261E0FE5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F7128-8CAD-6964-5D8E-3E568D88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B03-FBFA-4C90-920D-CED7BC99D66F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43333-16B6-D8E6-BF18-85F62638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ABCF8-F562-0EB1-2F0D-450F47EA0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D46F3-461B-4F9D-A649-89C5CFF96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C9C93-923F-B17C-C5FC-81A55CAB9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67C66-C381-B782-95D6-AF8175BB4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581BF-290E-88A0-59C6-8BA018D1C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58EEA-3845-CB3E-49D3-F198DDD8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B03-FBFA-4C90-920D-CED7BC99D66F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B8FFB-F008-56AB-EDF6-B4C323201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C71D8-9FF0-3BE2-7E25-AA92CB236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D46F3-461B-4F9D-A649-89C5CFF96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6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9D3F6-A540-7D45-D756-15F7A3ED6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456E5-9E3E-71D7-9AD6-A2458D89D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2E264-2D3D-0143-F325-E41CA4D5A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CD984C-C020-1E48-B271-80DC266E11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F4C1A-DF3D-772A-2497-D8E6AAC1C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88100E-47EC-D1E2-447E-F52B21D53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B03-FBFA-4C90-920D-CED7BC99D66F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66B6-37FC-6699-26C5-385E6D5C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FF692B-9C5F-080F-DBE0-57C974FF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D46F3-461B-4F9D-A649-89C5CFF96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2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E8CF-D9F7-0FFF-1C47-DA7BAF609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C4CB80-806B-E17F-CC0B-C4F1D84F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B03-FBFA-4C90-920D-CED7BC99D66F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FFEA0F-543C-F9D2-43D1-B019D9904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3829E-070C-5724-8CD8-7DE7552E8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D46F3-461B-4F9D-A649-89C5CFF96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4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2F3DA-DB51-1E9B-DB55-1927CBB82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B03-FBFA-4C90-920D-CED7BC99D66F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1E802-44E3-DBA8-D6B8-636DE58D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C1859-B9E9-A775-50BF-9501868B0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D46F3-461B-4F9D-A649-89C5CFF96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03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0D63-989C-444A-0948-43E2CB5FD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E3022-6CC4-F3F0-A7A9-B0539D4BC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BB42D-2F5F-2836-C995-3FEAFB2F5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E490B-D5A5-5B9D-4DAE-3FF09C045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B03-FBFA-4C90-920D-CED7BC99D66F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883AC-E033-586C-416F-7DAC5F913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E15BC-976A-F800-17CB-BE2C54EB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D46F3-461B-4F9D-A649-89C5CFF96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54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787D-B683-F701-7A11-52DCF885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EABE5B-ED44-0689-8C5B-1AA2CF0D3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824D1-97D5-B4C0-B033-E5D9701BE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DC896-F416-6335-B0B4-385494F4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B03-FBFA-4C90-920D-CED7BC99D66F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8CE56-17C3-CFD8-732A-D008889A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023DA-C9A5-42C2-CBD6-7D06F4E3E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D46F3-461B-4F9D-A649-89C5CFF96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5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2CF15-B4C3-D203-20F9-F9AF206BC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CC7BA-F977-75D3-06C2-C80FD6E64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983EA-91F9-862F-D521-D38E16447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B03-FBFA-4C90-920D-CED7BC99D66F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53C9D-F0DF-820E-E0B1-0440CF26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BF1D-E62C-2B65-BB86-190D4DE8A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D46F3-461B-4F9D-A649-89C5CFF96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8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2FC916-3D4D-468E-D3DC-0FA47CF31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0574F-261E-E1A6-CFC6-FC8321171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4F2F6-C4E2-181B-D7EF-5D972A14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B03-FBFA-4C90-920D-CED7BC99D66F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16D7C-B7D5-76AF-EDB3-C384B1016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7DCD3-F5A5-63BC-0CBE-813793936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D46F3-461B-4F9D-A649-89C5CFF96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65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DDFD4D-A3E4-87F7-9C04-B459E3838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172E5-32C8-7AF2-D406-6BF2B236F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5D9C2-720A-D59A-C4C4-BB1E21E73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EDB03-FBFA-4C90-920D-CED7BC99D66F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1D80D-0161-1C79-06AB-9A43558D8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70CAB-5886-2391-986A-7A5A30CBC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3D46F3-461B-4F9D-A649-89C5CFF96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44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AB25E-4A67-F026-837A-B00917A34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6700"/>
              <a:t>FoG-Finder: Real-Time Freezing of Gait Detection and Treatment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85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85F3F8-CC5B-FDE6-4AF9-046CBECA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Introduction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DFA31-27FD-6007-45F8-C19AFA05E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Freezing of Gait (FoG) is a severe symptom of Parkinson’s Disease (PD) affecting 60% of PD patients, increasing fall risks and lowering quality of life.</a:t>
            </a:r>
          </a:p>
          <a:p>
            <a:r>
              <a:rPr lang="en-US" sz="2400"/>
              <a:t>Existing treatments like Carbidopa-Levodopa and Deep Brain Stimulation (DBS) reduce FoG symptoms but don't fully address fall risks.</a:t>
            </a:r>
          </a:p>
          <a:p>
            <a:r>
              <a:rPr lang="en-US" sz="2400"/>
              <a:t>Current real-time treatment systems suffer from high false positive rates.</a:t>
            </a:r>
          </a:p>
        </p:txBody>
      </p:sp>
    </p:spTree>
    <p:extLst>
      <p:ext uri="{BB962C8B-B14F-4D97-AF65-F5344CB8AC3E}">
        <p14:creationId xmlns:p14="http://schemas.microsoft.com/office/powerpoint/2010/main" val="316020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99812-3B7F-42B9-1359-C56B1B1AB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FoG-Finder System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06194-8CF0-03F1-A22C-6B9989DEE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200"/>
              <a:t>Freezing of Gait (FoG) is a severe symptom of Parkinson’s Disease (PD) affecting 60% of PD patients, increasing fall risks and lowering quality of life.</a:t>
            </a:r>
          </a:p>
          <a:p>
            <a:r>
              <a:rPr lang="en-US" sz="2200"/>
              <a:t>It uses Inertial Measurement Unit (IMU) sensors, a smartphone, and vibration therapy devices to detect and treat FoG.</a:t>
            </a:r>
          </a:p>
          <a:p>
            <a:r>
              <a:rPr lang="en-US" sz="2200"/>
              <a:t>The system achieved a 13.4% higher F1 score, 10.7% higher accuracy, and reduced false positives by 85.8% compared to existing systems.</a:t>
            </a:r>
          </a:p>
          <a:p>
            <a:r>
              <a:rPr lang="en-US" sz="2200"/>
              <a:t>The system also provides quick treatment activation with an average latency of 427ms (subject-dependent) and 615ms (leave-one-subject-out).</a:t>
            </a:r>
          </a:p>
        </p:txBody>
      </p:sp>
    </p:spTree>
    <p:extLst>
      <p:ext uri="{BB962C8B-B14F-4D97-AF65-F5344CB8AC3E}">
        <p14:creationId xmlns:p14="http://schemas.microsoft.com/office/powerpoint/2010/main" val="2032606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3A675-961C-AFCF-BC9E-699273467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Methodology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A0BFE-5EF6-DA23-C208-53242E1C8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FoG-Finder uses IMU data to capture time-series features and transforms them into the frequency domain using Butterworth (BW) filters.</a:t>
            </a:r>
          </a:p>
          <a:p>
            <a:r>
              <a:rPr lang="en-US" sz="2400"/>
              <a:t>A multi-input Convolutional Neural Network (CNN) is employed to differentiate normal gait and FoG events.</a:t>
            </a:r>
          </a:p>
          <a:p>
            <a:r>
              <a:rPr lang="en-US" sz="2400"/>
              <a:t>The system collected data from 11 PD patients, accumulating 716 clinically labeled FoG events.</a:t>
            </a:r>
          </a:p>
        </p:txBody>
      </p:sp>
    </p:spTree>
    <p:extLst>
      <p:ext uri="{BB962C8B-B14F-4D97-AF65-F5344CB8AC3E}">
        <p14:creationId xmlns:p14="http://schemas.microsoft.com/office/powerpoint/2010/main" val="267094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5BF510-F370-7CCC-D520-DE7A26B442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874" y="0"/>
            <a:ext cx="10858250" cy="276825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A0A17D-EEB7-224C-F636-7399BC098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40" y="2768252"/>
            <a:ext cx="11446263" cy="385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41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9C930F-036C-422B-1550-B75753CF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Evaluation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68A50-09C6-2070-506E-FD5FBB0B0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The study compared FoG-Finder against other systems using subject-dependent and leave-one-subject-out evaluations.</a:t>
            </a:r>
          </a:p>
          <a:p>
            <a:r>
              <a:rPr lang="en-US" sz="2400"/>
              <a:t>FoG-Finder demonstrated superior performance with significantly lower false positive rates and treatment latency suitable for real-world use.</a:t>
            </a:r>
          </a:p>
        </p:txBody>
      </p:sp>
    </p:spTree>
    <p:extLst>
      <p:ext uri="{BB962C8B-B14F-4D97-AF65-F5344CB8AC3E}">
        <p14:creationId xmlns:p14="http://schemas.microsoft.com/office/powerpoint/2010/main" val="1116257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5D8F3-7342-239F-301A-2B3A0FBF2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Subject-Dependent Evaluation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2A614-C48A-DDFD-D9B2-35939A2DE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Definition: The model is trained and tested using data from the same individuals.</a:t>
            </a:r>
          </a:p>
          <a:p>
            <a:r>
              <a:rPr lang="en-US" sz="2400"/>
              <a:t>How it works: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dataset is split into training and testing sets from each participant's own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example, in </a:t>
            </a:r>
            <a:r>
              <a:rPr lang="en-US"/>
              <a:t>FoG</a:t>
            </a:r>
            <a:r>
              <a:rPr lang="en-US" dirty="0"/>
              <a:t>-Finder, Visit 1 data of a patient is used for training, and Visit 2 data of the same patient is used for testing.</a:t>
            </a:r>
          </a:p>
          <a:p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02056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9E1F87-421F-3062-8AF2-7D7522FC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3800"/>
              <a:t>Leave-One-Subject-Out (LOSO) Evaluation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72AB5-6E88-44AB-A0AC-86B27646B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Definition: The model is trained on data from all participants except one, and tested on the excluded participant.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How it works:</a:t>
            </a:r>
          </a:p>
          <a:p>
            <a:pPr lvl="1"/>
            <a:r>
              <a:rPr lang="en-US" dirty="0"/>
              <a:t>The process is repeated so that each participant gets a turn as the test subject.</a:t>
            </a:r>
          </a:p>
          <a:p>
            <a:pPr lvl="1"/>
            <a:r>
              <a:rPr lang="en-US" dirty="0"/>
              <a:t>This ensures the model is evaluated on completely unseen data.</a:t>
            </a:r>
          </a:p>
          <a:p>
            <a:pPr lvl="1"/>
            <a:r>
              <a:rPr lang="en-US" dirty="0"/>
              <a:t>Example in </a:t>
            </a:r>
            <a:r>
              <a:rPr lang="en-US"/>
              <a:t>FoG</a:t>
            </a:r>
            <a:r>
              <a:rPr lang="en-US" dirty="0"/>
              <a:t>-Finder: Data from 10 patients is used for training, and the 11th patient's data is used for testing, and this process rotates for all patients.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31508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346932-1923-CF6D-CC33-0AAB6778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Conclusion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7B9E2-F165-2E67-4745-EDD0BA9F0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FoG-Finder is a viable, portable, and effective system for real-time FoG treatment.</a:t>
            </a:r>
          </a:p>
          <a:p>
            <a:r>
              <a:rPr lang="en-US" sz="2400"/>
              <a:t>The dataset used in the study will be made publicly available.</a:t>
            </a:r>
          </a:p>
        </p:txBody>
      </p:sp>
    </p:spTree>
    <p:extLst>
      <p:ext uri="{BB962C8B-B14F-4D97-AF65-F5344CB8AC3E}">
        <p14:creationId xmlns:p14="http://schemas.microsoft.com/office/powerpoint/2010/main" val="2468931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450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FoG-Finder: Real-Time Freezing of Gait Detection and Treatment</vt:lpstr>
      <vt:lpstr>Introduction</vt:lpstr>
      <vt:lpstr>FoG-Finder System</vt:lpstr>
      <vt:lpstr>Methodology</vt:lpstr>
      <vt:lpstr>PowerPoint Presentation</vt:lpstr>
      <vt:lpstr>Evaluation</vt:lpstr>
      <vt:lpstr>Subject-Dependent Evaluation</vt:lpstr>
      <vt:lpstr>Leave-One-Subject-Out (LOSO) Evaluation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Qian, Kaiyang</dc:creator>
  <cp:lastModifiedBy>Qian, Kaiyang</cp:lastModifiedBy>
  <cp:revision>1</cp:revision>
  <dcterms:created xsi:type="dcterms:W3CDTF">2025-02-23T09:14:18Z</dcterms:created>
  <dcterms:modified xsi:type="dcterms:W3CDTF">2025-02-23T09:30:47Z</dcterms:modified>
</cp:coreProperties>
</file>