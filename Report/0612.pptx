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8" r:id="rId6"/>
    <p:sldId id="259" r:id="rId7"/>
    <p:sldId id="269" r:id="rId8"/>
    <p:sldId id="260"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ian, Kaiyang" userId="b75c2dfd-7087-4e6d-8294-e848e36bd412" providerId="ADAL" clId="{D806F287-62EE-44D0-A0E4-CA1896658C2E}"/>
    <pc:docChg chg="custSel delSld modSld">
      <pc:chgData name="Qian, Kaiyang" userId="b75c2dfd-7087-4e6d-8294-e848e36bd412" providerId="ADAL" clId="{D806F287-62EE-44D0-A0E4-CA1896658C2E}" dt="2025-06-12T20:03:29.297" v="174" actId="1076"/>
      <pc:docMkLst>
        <pc:docMk/>
      </pc:docMkLst>
      <pc:sldChg chg="modSp mod">
        <pc:chgData name="Qian, Kaiyang" userId="b75c2dfd-7087-4e6d-8294-e848e36bd412" providerId="ADAL" clId="{D806F287-62EE-44D0-A0E4-CA1896658C2E}" dt="2025-06-12T19:31:01.402" v="27" actId="20577"/>
        <pc:sldMkLst>
          <pc:docMk/>
          <pc:sldMk cId="2265760000" sldId="256"/>
        </pc:sldMkLst>
        <pc:spChg chg="mod">
          <ac:chgData name="Qian, Kaiyang" userId="b75c2dfd-7087-4e6d-8294-e848e36bd412" providerId="ADAL" clId="{D806F287-62EE-44D0-A0E4-CA1896658C2E}" dt="2025-06-12T19:31:01.402" v="27" actId="20577"/>
          <ac:spMkLst>
            <pc:docMk/>
            <pc:sldMk cId="2265760000" sldId="256"/>
            <ac:spMk id="2" creationId="{840849EF-B0AB-29CF-7078-74C87C5F027E}"/>
          </ac:spMkLst>
        </pc:spChg>
      </pc:sldChg>
      <pc:sldChg chg="addSp delSp modSp mod">
        <pc:chgData name="Qian, Kaiyang" userId="b75c2dfd-7087-4e6d-8294-e848e36bd412" providerId="ADAL" clId="{D806F287-62EE-44D0-A0E4-CA1896658C2E}" dt="2025-06-12T20:03:29.297" v="174" actId="1076"/>
        <pc:sldMkLst>
          <pc:docMk/>
          <pc:sldMk cId="464456981" sldId="257"/>
        </pc:sldMkLst>
        <pc:spChg chg="mod">
          <ac:chgData name="Qian, Kaiyang" userId="b75c2dfd-7087-4e6d-8294-e848e36bd412" providerId="ADAL" clId="{D806F287-62EE-44D0-A0E4-CA1896658C2E}" dt="2025-06-12T19:47:50.252" v="140" actId="20577"/>
          <ac:spMkLst>
            <pc:docMk/>
            <pc:sldMk cId="464456981" sldId="257"/>
            <ac:spMk id="2" creationId="{A1C72208-8BE9-47C3-70B6-207773D84B44}"/>
          </ac:spMkLst>
        </pc:spChg>
        <pc:spChg chg="add del mod">
          <ac:chgData name="Qian, Kaiyang" userId="b75c2dfd-7087-4e6d-8294-e848e36bd412" providerId="ADAL" clId="{D806F287-62EE-44D0-A0E4-CA1896658C2E}" dt="2025-06-12T19:16:32.872" v="6"/>
          <ac:spMkLst>
            <pc:docMk/>
            <pc:sldMk cId="464456981" sldId="257"/>
            <ac:spMk id="8" creationId="{FCADD1E2-6B41-2CD8-C133-57AEDCC431E0}"/>
          </ac:spMkLst>
        </pc:spChg>
        <pc:picChg chg="mod">
          <ac:chgData name="Qian, Kaiyang" userId="b75c2dfd-7087-4e6d-8294-e848e36bd412" providerId="ADAL" clId="{D806F287-62EE-44D0-A0E4-CA1896658C2E}" dt="2025-06-12T20:01:38.119" v="168" actId="1076"/>
          <ac:picMkLst>
            <pc:docMk/>
            <pc:sldMk cId="464456981" sldId="257"/>
            <ac:picMk id="5" creationId="{7EF91342-EAD5-CBB1-A8C8-7374C8BAD197}"/>
          </ac:picMkLst>
        </pc:picChg>
        <pc:picChg chg="add del">
          <ac:chgData name="Qian, Kaiyang" userId="b75c2dfd-7087-4e6d-8294-e848e36bd412" providerId="ADAL" clId="{D806F287-62EE-44D0-A0E4-CA1896658C2E}" dt="2025-06-12T19:16:16.239" v="1" actId="478"/>
          <ac:picMkLst>
            <pc:docMk/>
            <pc:sldMk cId="464456981" sldId="257"/>
            <ac:picMk id="7" creationId="{0F617F8C-23F1-7566-C494-3EB9B78B6A7E}"/>
          </ac:picMkLst>
        </pc:picChg>
        <pc:picChg chg="add del">
          <ac:chgData name="Qian, Kaiyang" userId="b75c2dfd-7087-4e6d-8294-e848e36bd412" providerId="ADAL" clId="{D806F287-62EE-44D0-A0E4-CA1896658C2E}" dt="2025-06-12T19:16:32.871" v="4" actId="478"/>
          <ac:picMkLst>
            <pc:docMk/>
            <pc:sldMk cId="464456981" sldId="257"/>
            <ac:picMk id="10" creationId="{F30BC7CF-795F-4440-1970-E3A7F728291B}"/>
          </ac:picMkLst>
        </pc:picChg>
        <pc:picChg chg="add mod">
          <ac:chgData name="Qian, Kaiyang" userId="b75c2dfd-7087-4e6d-8294-e848e36bd412" providerId="ADAL" clId="{D806F287-62EE-44D0-A0E4-CA1896658C2E}" dt="2025-06-12T20:03:29.297" v="174" actId="1076"/>
          <ac:picMkLst>
            <pc:docMk/>
            <pc:sldMk cId="464456981" sldId="257"/>
            <ac:picMk id="12" creationId="{5A7778D0-61DC-6002-6DEB-CE04754AB9E6}"/>
          </ac:picMkLst>
        </pc:picChg>
      </pc:sldChg>
      <pc:sldChg chg="modSp mod">
        <pc:chgData name="Qian, Kaiyang" userId="b75c2dfd-7087-4e6d-8294-e848e36bd412" providerId="ADAL" clId="{D806F287-62EE-44D0-A0E4-CA1896658C2E}" dt="2025-06-12T19:48:07.984" v="161" actId="20577"/>
        <pc:sldMkLst>
          <pc:docMk/>
          <pc:sldMk cId="2874031224" sldId="258"/>
        </pc:sldMkLst>
        <pc:spChg chg="mod">
          <ac:chgData name="Qian, Kaiyang" userId="b75c2dfd-7087-4e6d-8294-e848e36bd412" providerId="ADAL" clId="{D806F287-62EE-44D0-A0E4-CA1896658C2E}" dt="2025-06-12T19:48:07.984" v="161" actId="20577"/>
          <ac:spMkLst>
            <pc:docMk/>
            <pc:sldMk cId="2874031224" sldId="258"/>
            <ac:spMk id="2" creationId="{526B5EA6-BF1C-1DEF-06FC-809A012978CF}"/>
          </ac:spMkLst>
        </pc:spChg>
      </pc:sldChg>
      <pc:sldChg chg="del">
        <pc:chgData name="Qian, Kaiyang" userId="b75c2dfd-7087-4e6d-8294-e848e36bd412" providerId="ADAL" clId="{D806F287-62EE-44D0-A0E4-CA1896658C2E}" dt="2025-06-12T20:01:23.638" v="162" actId="2696"/>
        <pc:sldMkLst>
          <pc:docMk/>
          <pc:sldMk cId="1024403960" sldId="261"/>
        </pc:sldMkLst>
      </pc:sldChg>
    </pc:docChg>
  </pc:docChgLst>
  <pc:docChgLst>
    <pc:chgData name="yaz624@lehigh.edu" userId="S::urn:spo:guest#yaz624@lehigh.edu::" providerId="AD" clId="Web-{BFD12F0F-9913-2DF3-1808-FA1CB549C545}"/>
    <pc:docChg chg="addSld delSld modSld">
      <pc:chgData name="yaz624@lehigh.edu" userId="S::urn:spo:guest#yaz624@lehigh.edu::" providerId="AD" clId="Web-{BFD12F0F-9913-2DF3-1808-FA1CB549C545}" dt="2025-06-13T17:44:00.864" v="610" actId="1076"/>
      <pc:docMkLst>
        <pc:docMk/>
      </pc:docMkLst>
      <pc:sldChg chg="addSp delSp modSp">
        <pc:chgData name="yaz624@lehigh.edu" userId="S::urn:spo:guest#yaz624@lehigh.edu::" providerId="AD" clId="Web-{BFD12F0F-9913-2DF3-1808-FA1CB549C545}" dt="2025-06-13T17:41:48.751" v="570" actId="20577"/>
        <pc:sldMkLst>
          <pc:docMk/>
          <pc:sldMk cId="3716357605" sldId="259"/>
        </pc:sldMkLst>
        <pc:spChg chg="add del mod">
          <ac:chgData name="yaz624@lehigh.edu" userId="S::urn:spo:guest#yaz624@lehigh.edu::" providerId="AD" clId="Web-{BFD12F0F-9913-2DF3-1808-FA1CB549C545}" dt="2025-06-13T15:30:04.834" v="6"/>
          <ac:spMkLst>
            <pc:docMk/>
            <pc:sldMk cId="3716357605" sldId="259"/>
            <ac:spMk id="2" creationId="{A945752E-8E69-A5C2-AA7C-469C94513A98}"/>
          </ac:spMkLst>
        </pc:spChg>
        <pc:spChg chg="add del mod">
          <ac:chgData name="yaz624@lehigh.edu" userId="S::urn:spo:guest#yaz624@lehigh.edu::" providerId="AD" clId="Web-{BFD12F0F-9913-2DF3-1808-FA1CB549C545}" dt="2025-06-13T15:30:43.570" v="20"/>
          <ac:spMkLst>
            <pc:docMk/>
            <pc:sldMk cId="3716357605" sldId="259"/>
            <ac:spMk id="3" creationId="{6CC01A32-31F6-650F-E9C2-0C47102625E3}"/>
          </ac:spMkLst>
        </pc:spChg>
        <pc:spChg chg="add del mod">
          <ac:chgData name="yaz624@lehigh.edu" userId="S::urn:spo:guest#yaz624@lehigh.edu::" providerId="AD" clId="Web-{BFD12F0F-9913-2DF3-1808-FA1CB549C545}" dt="2025-06-13T16:20:35.619" v="193"/>
          <ac:spMkLst>
            <pc:docMk/>
            <pc:sldMk cId="3716357605" sldId="259"/>
            <ac:spMk id="5" creationId="{F39D776D-3A13-DA4B-D1CF-970C710F89E1}"/>
          </ac:spMkLst>
        </pc:spChg>
        <pc:spChg chg="mod">
          <ac:chgData name="yaz624@lehigh.edu" userId="S::urn:spo:guest#yaz624@lehigh.edu::" providerId="AD" clId="Web-{BFD12F0F-9913-2DF3-1808-FA1CB549C545}" dt="2025-06-13T16:21:44.201" v="215" actId="1076"/>
          <ac:spMkLst>
            <pc:docMk/>
            <pc:sldMk cId="3716357605" sldId="259"/>
            <ac:spMk id="7" creationId="{80C72308-94A9-372E-9BF6-79BBD3EBDDEA}"/>
          </ac:spMkLst>
        </pc:spChg>
        <pc:spChg chg="mod">
          <ac:chgData name="yaz624@lehigh.edu" userId="S::urn:spo:guest#yaz624@lehigh.edu::" providerId="AD" clId="Web-{BFD12F0F-9913-2DF3-1808-FA1CB549C545}" dt="2025-06-13T16:21:39.357" v="214" actId="1076"/>
          <ac:spMkLst>
            <pc:docMk/>
            <pc:sldMk cId="3716357605" sldId="259"/>
            <ac:spMk id="8" creationId="{362C06F8-BFA6-360D-25D1-9BB12428D593}"/>
          </ac:spMkLst>
        </pc:spChg>
        <pc:spChg chg="add mod">
          <ac:chgData name="yaz624@lehigh.edu" userId="S::urn:spo:guest#yaz624@lehigh.edu::" providerId="AD" clId="Web-{BFD12F0F-9913-2DF3-1808-FA1CB549C545}" dt="2025-06-13T17:41:48.751" v="570" actId="20577"/>
          <ac:spMkLst>
            <pc:docMk/>
            <pc:sldMk cId="3716357605" sldId="259"/>
            <ac:spMk id="9" creationId="{05BC66FC-9B5F-3486-9A28-FAFF5D572271}"/>
          </ac:spMkLst>
        </pc:spChg>
        <pc:spChg chg="add del mod">
          <ac:chgData name="yaz624@lehigh.edu" userId="S::urn:spo:guest#yaz624@lehigh.edu::" providerId="AD" clId="Web-{BFD12F0F-9913-2DF3-1808-FA1CB549C545}" dt="2025-06-13T16:21:31.732" v="211"/>
          <ac:spMkLst>
            <pc:docMk/>
            <pc:sldMk cId="3716357605" sldId="259"/>
            <ac:spMk id="10" creationId="{199600E2-1D5F-E89B-FA4C-B90E65C62FC1}"/>
          </ac:spMkLst>
        </pc:spChg>
        <pc:spChg chg="add del mod">
          <ac:chgData name="yaz624@lehigh.edu" userId="S::urn:spo:guest#yaz624@lehigh.edu::" providerId="AD" clId="Web-{BFD12F0F-9913-2DF3-1808-FA1CB549C545}" dt="2025-06-13T17:40:33.984" v="554"/>
          <ac:spMkLst>
            <pc:docMk/>
            <pc:sldMk cId="3716357605" sldId="259"/>
            <ac:spMk id="12" creationId="{B13AB7D2-97A1-1D65-35C1-9B9A1B2FC80D}"/>
          </ac:spMkLst>
        </pc:spChg>
        <pc:picChg chg="mod">
          <ac:chgData name="yaz624@lehigh.edu" userId="S::urn:spo:guest#yaz624@lehigh.edu::" providerId="AD" clId="Web-{BFD12F0F-9913-2DF3-1808-FA1CB549C545}" dt="2025-06-13T16:21:34.341" v="212" actId="1076"/>
          <ac:picMkLst>
            <pc:docMk/>
            <pc:sldMk cId="3716357605" sldId="259"/>
            <ac:picMk id="4" creationId="{EC493C90-6D8E-B094-05EA-1ED68E05D0F2}"/>
          </ac:picMkLst>
        </pc:picChg>
        <pc:picChg chg="mod">
          <ac:chgData name="yaz624@lehigh.edu" userId="S::urn:spo:guest#yaz624@lehigh.edu::" providerId="AD" clId="Web-{BFD12F0F-9913-2DF3-1808-FA1CB549C545}" dt="2025-06-13T16:21:35.935" v="213" actId="1076"/>
          <ac:picMkLst>
            <pc:docMk/>
            <pc:sldMk cId="3716357605" sldId="259"/>
            <ac:picMk id="6" creationId="{9D735956-701A-D664-3138-E79C2F110D25}"/>
          </ac:picMkLst>
        </pc:picChg>
      </pc:sldChg>
      <pc:sldChg chg="delSp modSp">
        <pc:chgData name="yaz624@lehigh.edu" userId="S::urn:spo:guest#yaz624@lehigh.edu::" providerId="AD" clId="Web-{BFD12F0F-9913-2DF3-1808-FA1CB549C545}" dt="2025-06-13T17:38:01.745" v="512" actId="1076"/>
        <pc:sldMkLst>
          <pc:docMk/>
          <pc:sldMk cId="1304883745" sldId="260"/>
        </pc:sldMkLst>
        <pc:spChg chg="mod">
          <ac:chgData name="yaz624@lehigh.edu" userId="S::urn:spo:guest#yaz624@lehigh.edu::" providerId="AD" clId="Web-{BFD12F0F-9913-2DF3-1808-FA1CB549C545}" dt="2025-06-13T17:38:01.745" v="512" actId="1076"/>
          <ac:spMkLst>
            <pc:docMk/>
            <pc:sldMk cId="1304883745" sldId="260"/>
            <ac:spMk id="2" creationId="{CD6F3E0B-370C-D771-860B-1847BC11DA39}"/>
          </ac:spMkLst>
        </pc:spChg>
        <pc:spChg chg="del mod">
          <ac:chgData name="yaz624@lehigh.edu" userId="S::urn:spo:guest#yaz624@lehigh.edu::" providerId="AD" clId="Web-{BFD12F0F-9913-2DF3-1808-FA1CB549C545}" dt="2025-06-13T17:37:58.995" v="511"/>
          <ac:spMkLst>
            <pc:docMk/>
            <pc:sldMk cId="1304883745" sldId="260"/>
            <ac:spMk id="5" creationId="{81674794-A8A1-489F-7681-D6232160FDF2}"/>
          </ac:spMkLst>
        </pc:spChg>
      </pc:sldChg>
      <pc:sldChg chg="addSp delSp modSp">
        <pc:chgData name="yaz624@lehigh.edu" userId="S::urn:spo:guest#yaz624@lehigh.edu::" providerId="AD" clId="Web-{BFD12F0F-9913-2DF3-1808-FA1CB549C545}" dt="2025-06-13T17:40:44.234" v="555"/>
        <pc:sldMkLst>
          <pc:docMk/>
          <pc:sldMk cId="2375907110" sldId="263"/>
        </pc:sldMkLst>
        <pc:spChg chg="mod">
          <ac:chgData name="yaz624@lehigh.edu" userId="S::urn:spo:guest#yaz624@lehigh.edu::" providerId="AD" clId="Web-{BFD12F0F-9913-2DF3-1808-FA1CB549C545}" dt="2025-06-13T17:40:44.234" v="555"/>
          <ac:spMkLst>
            <pc:docMk/>
            <pc:sldMk cId="2375907110" sldId="263"/>
            <ac:spMk id="2" creationId="{259C6715-AA96-7694-2B0E-5410F3AAB16D}"/>
          </ac:spMkLst>
        </pc:spChg>
        <pc:spChg chg="add del mod">
          <ac:chgData name="yaz624@lehigh.edu" userId="S::urn:spo:guest#yaz624@lehigh.edu::" providerId="AD" clId="Web-{BFD12F0F-9913-2DF3-1808-FA1CB549C545}" dt="2025-06-13T17:38:12.995" v="515"/>
          <ac:spMkLst>
            <pc:docMk/>
            <pc:sldMk cId="2375907110" sldId="263"/>
            <ac:spMk id="3" creationId="{E4899955-7D03-DC2B-466D-D86EACF92486}"/>
          </ac:spMkLst>
        </pc:spChg>
        <pc:picChg chg="mod">
          <ac:chgData name="yaz624@lehigh.edu" userId="S::urn:spo:guest#yaz624@lehigh.edu::" providerId="AD" clId="Web-{BFD12F0F-9913-2DF3-1808-FA1CB549C545}" dt="2025-06-13T17:38:45.106" v="525" actId="1076"/>
          <ac:picMkLst>
            <pc:docMk/>
            <pc:sldMk cId="2375907110" sldId="263"/>
            <ac:picMk id="4" creationId="{1748C2F5-ED73-3040-871B-BBD5EED50471}"/>
          </ac:picMkLst>
        </pc:picChg>
        <pc:picChg chg="del">
          <ac:chgData name="yaz624@lehigh.edu" userId="S::urn:spo:guest#yaz624@lehigh.edu::" providerId="AD" clId="Web-{BFD12F0F-9913-2DF3-1808-FA1CB549C545}" dt="2025-06-13T17:33:08.690" v="461"/>
          <ac:picMkLst>
            <pc:docMk/>
            <pc:sldMk cId="2375907110" sldId="263"/>
            <ac:picMk id="5" creationId="{5568E7CB-3881-3697-240C-B46C985437ED}"/>
          </ac:picMkLst>
        </pc:picChg>
      </pc:sldChg>
      <pc:sldChg chg="modSp">
        <pc:chgData name="yaz624@lehigh.edu" userId="S::urn:spo:guest#yaz624@lehigh.edu::" providerId="AD" clId="Web-{BFD12F0F-9913-2DF3-1808-FA1CB549C545}" dt="2025-06-13T17:43:29.145" v="600" actId="20577"/>
        <pc:sldMkLst>
          <pc:docMk/>
          <pc:sldMk cId="691815128" sldId="264"/>
        </pc:sldMkLst>
        <pc:spChg chg="mod">
          <ac:chgData name="yaz624@lehigh.edu" userId="S::urn:spo:guest#yaz624@lehigh.edu::" providerId="AD" clId="Web-{BFD12F0F-9913-2DF3-1808-FA1CB549C545}" dt="2025-06-13T17:43:29.145" v="600" actId="20577"/>
          <ac:spMkLst>
            <pc:docMk/>
            <pc:sldMk cId="691815128" sldId="264"/>
            <ac:spMk id="2" creationId="{0973E7C0-C85A-1EBE-AD90-D1AF0B4AF548}"/>
          </ac:spMkLst>
        </pc:spChg>
        <pc:picChg chg="mod modCrop">
          <ac:chgData name="yaz624@lehigh.edu" userId="S::urn:spo:guest#yaz624@lehigh.edu::" providerId="AD" clId="Web-{BFD12F0F-9913-2DF3-1808-FA1CB549C545}" dt="2025-06-13T17:42:38.050" v="586" actId="1076"/>
          <ac:picMkLst>
            <pc:docMk/>
            <pc:sldMk cId="691815128" sldId="264"/>
            <ac:picMk id="7" creationId="{CF2AD26F-09F4-7F59-8E16-A1A11842A089}"/>
          </ac:picMkLst>
        </pc:picChg>
        <pc:picChg chg="mod">
          <ac:chgData name="yaz624@lehigh.edu" userId="S::urn:spo:guest#yaz624@lehigh.edu::" providerId="AD" clId="Web-{BFD12F0F-9913-2DF3-1808-FA1CB549C545}" dt="2025-06-13T17:42:36.596" v="585" actId="1076"/>
          <ac:picMkLst>
            <pc:docMk/>
            <pc:sldMk cId="691815128" sldId="264"/>
            <ac:picMk id="8" creationId="{2A46BF2E-E7F0-1BC1-1423-A8DB51EB8C70}"/>
          </ac:picMkLst>
        </pc:picChg>
      </pc:sldChg>
      <pc:sldChg chg="modSp">
        <pc:chgData name="yaz624@lehigh.edu" userId="S::urn:spo:guest#yaz624@lehigh.edu::" providerId="AD" clId="Web-{BFD12F0F-9913-2DF3-1808-FA1CB549C545}" dt="2025-06-13T17:44:00.864" v="610" actId="1076"/>
        <pc:sldMkLst>
          <pc:docMk/>
          <pc:sldMk cId="3527786591" sldId="265"/>
        </pc:sldMkLst>
        <pc:spChg chg="mod">
          <ac:chgData name="yaz624@lehigh.edu" userId="S::urn:spo:guest#yaz624@lehigh.edu::" providerId="AD" clId="Web-{BFD12F0F-9913-2DF3-1808-FA1CB549C545}" dt="2025-06-13T17:44:00.864" v="610" actId="1076"/>
          <ac:spMkLst>
            <pc:docMk/>
            <pc:sldMk cId="3527786591" sldId="265"/>
            <ac:spMk id="2" creationId="{548609B2-9F02-466A-663F-15D2BF9F2CE3}"/>
          </ac:spMkLst>
        </pc:spChg>
        <pc:spChg chg="mod">
          <ac:chgData name="yaz624@lehigh.edu" userId="S::urn:spo:guest#yaz624@lehigh.edu::" providerId="AD" clId="Web-{BFD12F0F-9913-2DF3-1808-FA1CB549C545}" dt="2025-06-13T17:43:58.536" v="606" actId="1076"/>
          <ac:spMkLst>
            <pc:docMk/>
            <pc:sldMk cId="3527786591" sldId="265"/>
            <ac:spMk id="5" creationId="{0AD60453-025E-AA19-0625-E2E9A5660B2A}"/>
          </ac:spMkLst>
        </pc:spChg>
        <pc:spChg chg="mod">
          <ac:chgData name="yaz624@lehigh.edu" userId="S::urn:spo:guest#yaz624@lehigh.edu::" providerId="AD" clId="Web-{BFD12F0F-9913-2DF3-1808-FA1CB549C545}" dt="2025-06-13T17:43:58.536" v="607" actId="1076"/>
          <ac:spMkLst>
            <pc:docMk/>
            <pc:sldMk cId="3527786591" sldId="265"/>
            <ac:spMk id="6" creationId="{2AEF1FC3-ABE7-5EC7-9A3A-62FD2487DD75}"/>
          </ac:spMkLst>
        </pc:spChg>
        <pc:spChg chg="mod">
          <ac:chgData name="yaz624@lehigh.edu" userId="S::urn:spo:guest#yaz624@lehigh.edu::" providerId="AD" clId="Web-{BFD12F0F-9913-2DF3-1808-FA1CB549C545}" dt="2025-06-13T17:43:58.552" v="608" actId="1076"/>
          <ac:spMkLst>
            <pc:docMk/>
            <pc:sldMk cId="3527786591" sldId="265"/>
            <ac:spMk id="7" creationId="{E0951B0D-0421-401B-7F19-06CC8D290C4D}"/>
          </ac:spMkLst>
        </pc:spChg>
        <pc:spChg chg="mod">
          <ac:chgData name="yaz624@lehigh.edu" userId="S::urn:spo:guest#yaz624@lehigh.edu::" providerId="AD" clId="Web-{BFD12F0F-9913-2DF3-1808-FA1CB549C545}" dt="2025-06-13T17:43:58.552" v="609" actId="1076"/>
          <ac:spMkLst>
            <pc:docMk/>
            <pc:sldMk cId="3527786591" sldId="265"/>
            <ac:spMk id="8" creationId="{CD28C054-6DC7-2AD8-9184-9C14AC1D6104}"/>
          </ac:spMkLst>
        </pc:spChg>
        <pc:picChg chg="mod">
          <ac:chgData name="yaz624@lehigh.edu" userId="S::urn:spo:guest#yaz624@lehigh.edu::" providerId="AD" clId="Web-{BFD12F0F-9913-2DF3-1808-FA1CB549C545}" dt="2025-06-13T17:43:58.536" v="605" actId="1076"/>
          <ac:picMkLst>
            <pc:docMk/>
            <pc:sldMk cId="3527786591" sldId="265"/>
            <ac:picMk id="4" creationId="{411D78D3-FBEA-8757-DF1F-890CA51C35B7}"/>
          </ac:picMkLst>
        </pc:picChg>
      </pc:sldChg>
      <pc:sldChg chg="del">
        <pc:chgData name="yaz624@lehigh.edu" userId="S::urn:spo:guest#yaz624@lehigh.edu::" providerId="AD" clId="Web-{BFD12F0F-9913-2DF3-1808-FA1CB549C545}" dt="2025-06-13T17:17:36.742" v="459"/>
        <pc:sldMkLst>
          <pc:docMk/>
          <pc:sldMk cId="795697340" sldId="266"/>
        </pc:sldMkLst>
      </pc:sldChg>
      <pc:sldChg chg="del">
        <pc:chgData name="yaz624@lehigh.edu" userId="S::urn:spo:guest#yaz624@lehigh.edu::" providerId="AD" clId="Web-{BFD12F0F-9913-2DF3-1808-FA1CB549C545}" dt="2025-06-13T17:17:38.148" v="460"/>
        <pc:sldMkLst>
          <pc:docMk/>
          <pc:sldMk cId="1528458140" sldId="267"/>
        </pc:sldMkLst>
      </pc:sldChg>
      <pc:sldChg chg="addSp delSp modSp new">
        <pc:chgData name="yaz624@lehigh.edu" userId="S::urn:spo:guest#yaz624@lehigh.edu::" providerId="AD" clId="Web-{BFD12F0F-9913-2DF3-1808-FA1CB549C545}" dt="2025-06-13T16:34:45.548" v="316" actId="20577"/>
        <pc:sldMkLst>
          <pc:docMk/>
          <pc:sldMk cId="2625624526" sldId="268"/>
        </pc:sldMkLst>
        <pc:spChg chg="mod">
          <ac:chgData name="yaz624@lehigh.edu" userId="S::urn:spo:guest#yaz624@lehigh.edu::" providerId="AD" clId="Web-{BFD12F0F-9913-2DF3-1808-FA1CB549C545}" dt="2025-06-13T16:34:45.548" v="316" actId="20577"/>
          <ac:spMkLst>
            <pc:docMk/>
            <pc:sldMk cId="2625624526" sldId="268"/>
            <ac:spMk id="2" creationId="{98FE21E2-4F0B-D429-4364-82F193F0A38A}"/>
          </ac:spMkLst>
        </pc:spChg>
        <pc:spChg chg="del mod">
          <ac:chgData name="yaz624@lehigh.edu" userId="S::urn:spo:guest#yaz624@lehigh.edu::" providerId="AD" clId="Web-{BFD12F0F-9913-2DF3-1808-FA1CB549C545}" dt="2025-06-13T16:19:21.786" v="167"/>
          <ac:spMkLst>
            <pc:docMk/>
            <pc:sldMk cId="2625624526" sldId="268"/>
            <ac:spMk id="3" creationId="{27083F5E-D4AF-FEBF-4188-794259030784}"/>
          </ac:spMkLst>
        </pc:spChg>
        <pc:spChg chg="add mod">
          <ac:chgData name="yaz624@lehigh.edu" userId="S::urn:spo:guest#yaz624@lehigh.edu::" providerId="AD" clId="Web-{BFD12F0F-9913-2DF3-1808-FA1CB549C545}" dt="2025-06-13T16:24:20.868" v="259"/>
          <ac:spMkLst>
            <pc:docMk/>
            <pc:sldMk cId="2625624526" sldId="268"/>
            <ac:spMk id="4" creationId="{ED17A22A-FAE6-CA68-D90E-CD3B0FDFDDAE}"/>
          </ac:spMkLst>
        </pc:spChg>
        <pc:spChg chg="add mod">
          <ac:chgData name="yaz624@lehigh.edu" userId="S::urn:spo:guest#yaz624@lehigh.edu::" providerId="AD" clId="Web-{BFD12F0F-9913-2DF3-1808-FA1CB549C545}" dt="2025-06-13T16:25:04.824" v="268" actId="20577"/>
          <ac:spMkLst>
            <pc:docMk/>
            <pc:sldMk cId="2625624526" sldId="268"/>
            <ac:spMk id="5" creationId="{25E63AEE-3B82-3F3D-F40F-F559B9986D3F}"/>
          </ac:spMkLst>
        </pc:spChg>
      </pc:sldChg>
      <pc:sldChg chg="addSp delSp modSp new">
        <pc:chgData name="yaz624@lehigh.edu" userId="S::urn:spo:guest#yaz624@lehigh.edu::" providerId="AD" clId="Web-{BFD12F0F-9913-2DF3-1808-FA1CB549C545}" dt="2025-06-13T17:16:18.240" v="455"/>
        <pc:sldMkLst>
          <pc:docMk/>
          <pc:sldMk cId="2381623852" sldId="269"/>
        </pc:sldMkLst>
        <pc:spChg chg="add del mod">
          <ac:chgData name="yaz624@lehigh.edu" userId="S::urn:spo:guest#yaz624@lehigh.edu::" providerId="AD" clId="Web-{BFD12F0F-9913-2DF3-1808-FA1CB549C545}" dt="2025-06-13T17:02:42.170" v="368"/>
          <ac:spMkLst>
            <pc:docMk/>
            <pc:sldMk cId="2381623852" sldId="269"/>
            <ac:spMk id="2" creationId="{7509B614-AD74-35B4-8688-B8E9645A75F5}"/>
          </ac:spMkLst>
        </pc:spChg>
        <pc:spChg chg="del">
          <ac:chgData name="yaz624@lehigh.edu" userId="S::urn:spo:guest#yaz624@lehigh.edu::" providerId="AD" clId="Web-{BFD12F0F-9913-2DF3-1808-FA1CB549C545}" dt="2025-06-13T16:34:34.344" v="314"/>
          <ac:spMkLst>
            <pc:docMk/>
            <pc:sldMk cId="2381623852" sldId="269"/>
            <ac:spMk id="2" creationId="{B3488075-F7A0-1E28-AB60-4CB93950FD99}"/>
          </ac:spMkLst>
        </pc:spChg>
        <pc:spChg chg="del mod">
          <ac:chgData name="yaz624@lehigh.edu" userId="S::urn:spo:guest#yaz624@lehigh.edu::" providerId="AD" clId="Web-{BFD12F0F-9913-2DF3-1808-FA1CB549C545}" dt="2025-06-13T16:35:35.145" v="331"/>
          <ac:spMkLst>
            <pc:docMk/>
            <pc:sldMk cId="2381623852" sldId="269"/>
            <ac:spMk id="3" creationId="{60AE3800-E27B-B918-1DA9-65474DD22AB7}"/>
          </ac:spMkLst>
        </pc:spChg>
        <pc:spChg chg="add mod">
          <ac:chgData name="yaz624@lehigh.edu" userId="S::urn:spo:guest#yaz624@lehigh.edu::" providerId="AD" clId="Web-{BFD12F0F-9913-2DF3-1808-FA1CB549C545}" dt="2025-06-13T17:16:18.240" v="455"/>
          <ac:spMkLst>
            <pc:docMk/>
            <pc:sldMk cId="2381623852" sldId="269"/>
            <ac:spMk id="3" creationId="{EDE66842-846A-05BD-A01B-76514A42C0B7}"/>
          </ac:spMkLst>
        </pc:spChg>
        <pc:spChg chg="add mod">
          <ac:chgData name="yaz624@lehigh.edu" userId="S::urn:spo:guest#yaz624@lehigh.edu::" providerId="AD" clId="Web-{BFD12F0F-9913-2DF3-1808-FA1CB549C545}" dt="2025-06-13T16:36:23.554" v="351" actId="20577"/>
          <ac:spMkLst>
            <pc:docMk/>
            <pc:sldMk cId="2381623852" sldId="269"/>
            <ac:spMk id="5" creationId="{5E6BD9D6-82A6-7600-55DE-DE2EFCDECFB3}"/>
          </ac:spMkLst>
        </pc:spChg>
        <pc:spChg chg="add mod">
          <ac:chgData name="yaz624@lehigh.edu" userId="S::urn:spo:guest#yaz624@lehigh.edu::" providerId="AD" clId="Web-{BFD12F0F-9913-2DF3-1808-FA1CB549C545}" dt="2025-06-13T17:02:23.294" v="357" actId="20577"/>
          <ac:spMkLst>
            <pc:docMk/>
            <pc:sldMk cId="2381623852" sldId="269"/>
            <ac:spMk id="6" creationId="{ABC06ADE-6033-7410-50BD-E6A4BA826C1D}"/>
          </ac:spMkLst>
        </pc:spChg>
      </pc:sldChg>
    </pc:docChg>
  </pc:docChgLst>
  <pc:docChgLst>
    <pc:chgData name="yaz624@lehigh.edu" userId="S::urn:spo:guest#yaz624@lehigh.edu::" providerId="AD" clId="Web-{09393FE2-7ABB-5864-90B8-F6C7421B4B32}"/>
    <pc:docChg chg="addSld delSld modSld sldOrd">
      <pc:chgData name="yaz624@lehigh.edu" userId="S::urn:spo:guest#yaz624@lehigh.edu::" providerId="AD" clId="Web-{09393FE2-7ABB-5864-90B8-F6C7421B4B32}" dt="2025-06-12T20:02:54.713" v="247" actId="20577"/>
      <pc:docMkLst>
        <pc:docMk/>
      </pc:docMkLst>
      <pc:sldChg chg="new ord">
        <pc:chgData name="yaz624@lehigh.edu" userId="S::urn:spo:guest#yaz624@lehigh.edu::" providerId="AD" clId="Web-{09393FE2-7ABB-5864-90B8-F6C7421B4B32}" dt="2025-06-12T19:18:55.153" v="3"/>
        <pc:sldMkLst>
          <pc:docMk/>
          <pc:sldMk cId="2874031224" sldId="258"/>
        </pc:sldMkLst>
      </pc:sldChg>
      <pc:sldChg chg="addSp delSp modSp new ord">
        <pc:chgData name="yaz624@lehigh.edu" userId="S::urn:spo:guest#yaz624@lehigh.edu::" providerId="AD" clId="Web-{09393FE2-7ABB-5864-90B8-F6C7421B4B32}" dt="2025-06-12T20:02:54.713" v="247" actId="20577"/>
        <pc:sldMkLst>
          <pc:docMk/>
          <pc:sldMk cId="3716357605" sldId="259"/>
        </pc:sldMkLst>
        <pc:spChg chg="del">
          <ac:chgData name="yaz624@lehigh.edu" userId="S::urn:spo:guest#yaz624@lehigh.edu::" providerId="AD" clId="Web-{09393FE2-7ABB-5864-90B8-F6C7421B4B32}" dt="2025-06-12T19:23:43.160" v="21"/>
          <ac:spMkLst>
            <pc:docMk/>
            <pc:sldMk cId="3716357605" sldId="259"/>
            <ac:spMk id="2" creationId="{ED24BE67-D46E-6643-F673-9719B7896510}"/>
          </ac:spMkLst>
        </pc:spChg>
        <pc:spChg chg="del">
          <ac:chgData name="yaz624@lehigh.edu" userId="S::urn:spo:guest#yaz624@lehigh.edu::" providerId="AD" clId="Web-{09393FE2-7ABB-5864-90B8-F6C7421B4B32}" dt="2025-06-12T19:22:44.768" v="9"/>
          <ac:spMkLst>
            <pc:docMk/>
            <pc:sldMk cId="3716357605" sldId="259"/>
            <ac:spMk id="3" creationId="{34E6A1C7-532F-294F-27AE-19EB3B0EECB9}"/>
          </ac:spMkLst>
        </pc:spChg>
        <pc:spChg chg="add mod">
          <ac:chgData name="yaz624@lehigh.edu" userId="S::urn:spo:guest#yaz624@lehigh.edu::" providerId="AD" clId="Web-{09393FE2-7ABB-5864-90B8-F6C7421B4B32}" dt="2025-06-12T20:02:54.713" v="247" actId="20577"/>
          <ac:spMkLst>
            <pc:docMk/>
            <pc:sldMk cId="3716357605" sldId="259"/>
            <ac:spMk id="7" creationId="{80C72308-94A9-372E-9BF6-79BBD3EBDDEA}"/>
          </ac:spMkLst>
        </pc:spChg>
        <pc:spChg chg="add mod">
          <ac:chgData name="yaz624@lehigh.edu" userId="S::urn:spo:guest#yaz624@lehigh.edu::" providerId="AD" clId="Web-{09393FE2-7ABB-5864-90B8-F6C7421B4B32}" dt="2025-06-12T20:02:52.979" v="245" actId="20577"/>
          <ac:spMkLst>
            <pc:docMk/>
            <pc:sldMk cId="3716357605" sldId="259"/>
            <ac:spMk id="8" creationId="{362C06F8-BFA6-360D-25D1-9BB12428D593}"/>
          </ac:spMkLst>
        </pc:spChg>
        <pc:picChg chg="add mod ord modCrop">
          <ac:chgData name="yaz624@lehigh.edu" userId="S::urn:spo:guest#yaz624@lehigh.edu::" providerId="AD" clId="Web-{09393FE2-7ABB-5864-90B8-F6C7421B4B32}" dt="2025-06-12T19:25:44.381" v="42" actId="1076"/>
          <ac:picMkLst>
            <pc:docMk/>
            <pc:sldMk cId="3716357605" sldId="259"/>
            <ac:picMk id="4" creationId="{EC493C90-6D8E-B094-05EA-1ED68E05D0F2}"/>
          </ac:picMkLst>
        </pc:picChg>
        <pc:picChg chg="add del mod modCrop">
          <ac:chgData name="yaz624@lehigh.edu" userId="S::urn:spo:guest#yaz624@lehigh.edu::" providerId="AD" clId="Web-{09393FE2-7ABB-5864-90B8-F6C7421B4B32}" dt="2025-06-12T19:24:13.348" v="24"/>
          <ac:picMkLst>
            <pc:docMk/>
            <pc:sldMk cId="3716357605" sldId="259"/>
            <ac:picMk id="5" creationId="{BF2BE0C5-FEAA-A4EC-997D-BB0A1FF47A28}"/>
          </ac:picMkLst>
        </pc:picChg>
        <pc:picChg chg="add mod">
          <ac:chgData name="yaz624@lehigh.edu" userId="S::urn:spo:guest#yaz624@lehigh.edu::" providerId="AD" clId="Web-{09393FE2-7ABB-5864-90B8-F6C7421B4B32}" dt="2025-06-12T19:25:41.053" v="40" actId="1076"/>
          <ac:picMkLst>
            <pc:docMk/>
            <pc:sldMk cId="3716357605" sldId="259"/>
            <ac:picMk id="6" creationId="{9D735956-701A-D664-3138-E79C2F110D25}"/>
          </ac:picMkLst>
        </pc:picChg>
      </pc:sldChg>
      <pc:sldChg chg="addSp delSp modSp new">
        <pc:chgData name="yaz624@lehigh.edu" userId="S::urn:spo:guest#yaz624@lehigh.edu::" providerId="AD" clId="Web-{09393FE2-7ABB-5864-90B8-F6C7421B4B32}" dt="2025-06-12T19:42:24.375" v="177" actId="20577"/>
        <pc:sldMkLst>
          <pc:docMk/>
          <pc:sldMk cId="1304883745" sldId="260"/>
        </pc:sldMkLst>
        <pc:spChg chg="mod">
          <ac:chgData name="yaz624@lehigh.edu" userId="S::urn:spo:guest#yaz624@lehigh.edu::" providerId="AD" clId="Web-{09393FE2-7ABB-5864-90B8-F6C7421B4B32}" dt="2025-06-12T19:42:24.375" v="177" actId="20577"/>
          <ac:spMkLst>
            <pc:docMk/>
            <pc:sldMk cId="1304883745" sldId="260"/>
            <ac:spMk id="2" creationId="{CD6F3E0B-370C-D771-860B-1847BC11DA39}"/>
          </ac:spMkLst>
        </pc:spChg>
        <pc:spChg chg="del">
          <ac:chgData name="yaz624@lehigh.edu" userId="S::urn:spo:guest#yaz624@lehigh.edu::" providerId="AD" clId="Web-{09393FE2-7ABB-5864-90B8-F6C7421B4B32}" dt="2025-06-12T19:28:58.526" v="49"/>
          <ac:spMkLst>
            <pc:docMk/>
            <pc:sldMk cId="1304883745" sldId="260"/>
            <ac:spMk id="3" creationId="{98091B7C-B0F4-60A6-8350-02D08DBF5765}"/>
          </ac:spMkLst>
        </pc:spChg>
        <pc:spChg chg="add mod">
          <ac:chgData name="yaz624@lehigh.edu" userId="S::urn:spo:guest#yaz624@lehigh.edu::" providerId="AD" clId="Web-{09393FE2-7ABB-5864-90B8-F6C7421B4B32}" dt="2025-06-12T19:42:21.185" v="174" actId="14100"/>
          <ac:spMkLst>
            <pc:docMk/>
            <pc:sldMk cId="1304883745" sldId="260"/>
            <ac:spMk id="5" creationId="{81674794-A8A1-489F-7681-D6232160FDF2}"/>
          </ac:spMkLst>
        </pc:spChg>
        <pc:picChg chg="add mod ord">
          <ac:chgData name="yaz624@lehigh.edu" userId="S::urn:spo:guest#yaz624@lehigh.edu::" providerId="AD" clId="Web-{09393FE2-7ABB-5864-90B8-F6C7421B4B32}" dt="2025-06-12T19:30:11.012" v="60" actId="1076"/>
          <ac:picMkLst>
            <pc:docMk/>
            <pc:sldMk cId="1304883745" sldId="260"/>
            <ac:picMk id="4" creationId="{F6B8362D-5505-B896-3231-F76A5D447E1D}"/>
          </ac:picMkLst>
        </pc:picChg>
      </pc:sldChg>
      <pc:sldChg chg="new">
        <pc:chgData name="yaz624@lehigh.edu" userId="S::urn:spo:guest#yaz624@lehigh.edu::" providerId="AD" clId="Web-{09393FE2-7ABB-5864-90B8-F6C7421B4B32}" dt="2025-06-12T19:19:00.325" v="5"/>
        <pc:sldMkLst>
          <pc:docMk/>
          <pc:sldMk cId="1024403960" sldId="261"/>
        </pc:sldMkLst>
      </pc:sldChg>
      <pc:sldChg chg="modSp new">
        <pc:chgData name="yaz624@lehigh.edu" userId="S::urn:spo:guest#yaz624@lehigh.edu::" providerId="AD" clId="Web-{09393FE2-7ABB-5864-90B8-F6C7421B4B32}" dt="2025-06-12T19:19:54.795" v="8" actId="20577"/>
        <pc:sldMkLst>
          <pc:docMk/>
          <pc:sldMk cId="3463429056" sldId="262"/>
        </pc:sldMkLst>
        <pc:spChg chg="mod">
          <ac:chgData name="yaz624@lehigh.edu" userId="S::urn:spo:guest#yaz624@lehigh.edu::" providerId="AD" clId="Web-{09393FE2-7ABB-5864-90B8-F6C7421B4B32}" dt="2025-06-12T19:19:54.795" v="8" actId="20577"/>
          <ac:spMkLst>
            <pc:docMk/>
            <pc:sldMk cId="3463429056" sldId="262"/>
            <ac:spMk id="2" creationId="{50D5FBDC-C654-7A27-CD4C-9CC4C211CE9C}"/>
          </ac:spMkLst>
        </pc:spChg>
      </pc:sldChg>
      <pc:sldChg chg="addSp delSp modSp new">
        <pc:chgData name="yaz624@lehigh.edu" userId="S::urn:spo:guest#yaz624@lehigh.edu::" providerId="AD" clId="Web-{09393FE2-7ABB-5864-90B8-F6C7421B4B32}" dt="2025-06-12T19:43:54.734" v="194" actId="14100"/>
        <pc:sldMkLst>
          <pc:docMk/>
          <pc:sldMk cId="2375907110" sldId="263"/>
        </pc:sldMkLst>
        <pc:spChg chg="mod">
          <ac:chgData name="yaz624@lehigh.edu" userId="S::urn:spo:guest#yaz624@lehigh.edu::" providerId="AD" clId="Web-{09393FE2-7ABB-5864-90B8-F6C7421B4B32}" dt="2025-06-12T19:42:36.607" v="180" actId="20577"/>
          <ac:spMkLst>
            <pc:docMk/>
            <pc:sldMk cId="2375907110" sldId="263"/>
            <ac:spMk id="2" creationId="{259C6715-AA96-7694-2B0E-5410F3AAB16D}"/>
          </ac:spMkLst>
        </pc:spChg>
        <pc:spChg chg="del">
          <ac:chgData name="yaz624@lehigh.edu" userId="S::urn:spo:guest#yaz624@lehigh.edu::" providerId="AD" clId="Web-{09393FE2-7ABB-5864-90B8-F6C7421B4B32}" dt="2025-06-12T19:32:41.313" v="78"/>
          <ac:spMkLst>
            <pc:docMk/>
            <pc:sldMk cId="2375907110" sldId="263"/>
            <ac:spMk id="3" creationId="{4A6EC600-0324-79CA-9841-44B051EDB3FD}"/>
          </ac:spMkLst>
        </pc:spChg>
        <pc:picChg chg="add mod ord">
          <ac:chgData name="yaz624@lehigh.edu" userId="S::urn:spo:guest#yaz624@lehigh.edu::" providerId="AD" clId="Web-{09393FE2-7ABB-5864-90B8-F6C7421B4B32}" dt="2025-06-12T19:43:54.734" v="194" actId="14100"/>
          <ac:picMkLst>
            <pc:docMk/>
            <pc:sldMk cId="2375907110" sldId="263"/>
            <ac:picMk id="4" creationId="{1748C2F5-ED73-3040-871B-BBD5EED50471}"/>
          </ac:picMkLst>
        </pc:picChg>
        <pc:picChg chg="add mod">
          <ac:chgData name="yaz624@lehigh.edu" userId="S::urn:spo:guest#yaz624@lehigh.edu::" providerId="AD" clId="Web-{09393FE2-7ABB-5864-90B8-F6C7421B4B32}" dt="2025-06-12T19:35:49.223" v="90" actId="1076"/>
          <ac:picMkLst>
            <pc:docMk/>
            <pc:sldMk cId="2375907110" sldId="263"/>
            <ac:picMk id="5" creationId="{5568E7CB-3881-3697-240C-B46C985437ED}"/>
          </ac:picMkLst>
        </pc:picChg>
      </pc:sldChg>
      <pc:sldChg chg="addSp delSp modSp new">
        <pc:chgData name="yaz624@lehigh.edu" userId="S::urn:spo:guest#yaz624@lehigh.edu::" providerId="AD" clId="Web-{09393FE2-7ABB-5864-90B8-F6C7421B4B32}" dt="2025-06-12T19:43:48.156" v="192" actId="1076"/>
        <pc:sldMkLst>
          <pc:docMk/>
          <pc:sldMk cId="691815128" sldId="264"/>
        </pc:sldMkLst>
        <pc:spChg chg="mod">
          <ac:chgData name="yaz624@lehigh.edu" userId="S::urn:spo:guest#yaz624@lehigh.edu::" providerId="AD" clId="Web-{09393FE2-7ABB-5864-90B8-F6C7421B4B32}" dt="2025-06-12T19:43:03.608" v="187" actId="20577"/>
          <ac:spMkLst>
            <pc:docMk/>
            <pc:sldMk cId="691815128" sldId="264"/>
            <ac:spMk id="2" creationId="{0973E7C0-C85A-1EBE-AD90-D1AF0B4AF548}"/>
          </ac:spMkLst>
        </pc:spChg>
        <pc:spChg chg="del">
          <ac:chgData name="yaz624@lehigh.edu" userId="S::urn:spo:guest#yaz624@lehigh.edu::" providerId="AD" clId="Web-{09393FE2-7ABB-5864-90B8-F6C7421B4B32}" dt="2025-06-12T19:33:10.595" v="81"/>
          <ac:spMkLst>
            <pc:docMk/>
            <pc:sldMk cId="691815128" sldId="264"/>
            <ac:spMk id="3" creationId="{903FF0AA-8E43-B0ED-F8DD-E70523A8655C}"/>
          </ac:spMkLst>
        </pc:spChg>
        <pc:spChg chg="add del mod">
          <ac:chgData name="yaz624@lehigh.edu" userId="S::urn:spo:guest#yaz624@lehigh.edu::" providerId="AD" clId="Web-{09393FE2-7ABB-5864-90B8-F6C7421B4B32}" dt="2025-06-12T19:33:31.939" v="84"/>
          <ac:spMkLst>
            <pc:docMk/>
            <pc:sldMk cId="691815128" sldId="264"/>
            <ac:spMk id="6" creationId="{08C6BD2E-6F60-65F5-FF19-1C566A098261}"/>
          </ac:spMkLst>
        </pc:spChg>
        <pc:picChg chg="add del mod ord">
          <ac:chgData name="yaz624@lehigh.edu" userId="S::urn:spo:guest#yaz624@lehigh.edu::" providerId="AD" clId="Web-{09393FE2-7ABB-5864-90B8-F6C7421B4B32}" dt="2025-06-12T19:33:31.126" v="83"/>
          <ac:picMkLst>
            <pc:docMk/>
            <pc:sldMk cId="691815128" sldId="264"/>
            <ac:picMk id="4" creationId="{C16D62C9-466C-51F0-A277-CB72CAC7952F}"/>
          </ac:picMkLst>
        </pc:picChg>
        <pc:picChg chg="add mod ord">
          <ac:chgData name="yaz624@lehigh.edu" userId="S::urn:spo:guest#yaz624@lehigh.edu::" providerId="AD" clId="Web-{09393FE2-7ABB-5864-90B8-F6C7421B4B32}" dt="2025-06-12T19:43:39.953" v="188" actId="1076"/>
          <ac:picMkLst>
            <pc:docMk/>
            <pc:sldMk cId="691815128" sldId="264"/>
            <ac:picMk id="7" creationId="{CF2AD26F-09F4-7F59-8E16-A1A11842A089}"/>
          </ac:picMkLst>
        </pc:picChg>
        <pc:picChg chg="add mod">
          <ac:chgData name="yaz624@lehigh.edu" userId="S::urn:spo:guest#yaz624@lehigh.edu::" providerId="AD" clId="Web-{09393FE2-7ABB-5864-90B8-F6C7421B4B32}" dt="2025-06-12T19:43:48.156" v="192" actId="1076"/>
          <ac:picMkLst>
            <pc:docMk/>
            <pc:sldMk cId="691815128" sldId="264"/>
            <ac:picMk id="8" creationId="{2A46BF2E-E7F0-1BC1-1423-A8DB51EB8C70}"/>
          </ac:picMkLst>
        </pc:picChg>
      </pc:sldChg>
      <pc:sldChg chg="addSp delSp modSp new">
        <pc:chgData name="yaz624@lehigh.edu" userId="S::urn:spo:guest#yaz624@lehigh.edu::" providerId="AD" clId="Web-{09393FE2-7ABB-5864-90B8-F6C7421B4B32}" dt="2025-06-12T19:44:40.751" v="206" actId="20577"/>
        <pc:sldMkLst>
          <pc:docMk/>
          <pc:sldMk cId="3527786591" sldId="265"/>
        </pc:sldMkLst>
        <pc:spChg chg="mod">
          <ac:chgData name="yaz624@lehigh.edu" userId="S::urn:spo:guest#yaz624@lehigh.edu::" providerId="AD" clId="Web-{09393FE2-7ABB-5864-90B8-F6C7421B4B32}" dt="2025-06-12T19:44:40.751" v="206" actId="20577"/>
          <ac:spMkLst>
            <pc:docMk/>
            <pc:sldMk cId="3527786591" sldId="265"/>
            <ac:spMk id="2" creationId="{548609B2-9F02-466A-663F-15D2BF9F2CE3}"/>
          </ac:spMkLst>
        </pc:spChg>
        <pc:spChg chg="del">
          <ac:chgData name="yaz624@lehigh.edu" userId="S::urn:spo:guest#yaz624@lehigh.edu::" providerId="AD" clId="Web-{09393FE2-7ABB-5864-90B8-F6C7421B4B32}" dt="2025-06-12T19:40:00.791" v="126"/>
          <ac:spMkLst>
            <pc:docMk/>
            <pc:sldMk cId="3527786591" sldId="265"/>
            <ac:spMk id="3" creationId="{056A9C0D-CE10-91AC-C14D-83EE668CB50E}"/>
          </ac:spMkLst>
        </pc:spChg>
        <pc:spChg chg="add mod">
          <ac:chgData name="yaz624@lehigh.edu" userId="S::urn:spo:guest#yaz624@lehigh.edu::" providerId="AD" clId="Web-{09393FE2-7ABB-5864-90B8-F6C7421B4B32}" dt="2025-06-12T19:44:25.219" v="201" actId="1076"/>
          <ac:spMkLst>
            <pc:docMk/>
            <pc:sldMk cId="3527786591" sldId="265"/>
            <ac:spMk id="5" creationId="{0AD60453-025E-AA19-0625-E2E9A5660B2A}"/>
          </ac:spMkLst>
        </pc:spChg>
        <pc:spChg chg="add mod">
          <ac:chgData name="yaz624@lehigh.edu" userId="S::urn:spo:guest#yaz624@lehigh.edu::" providerId="AD" clId="Web-{09393FE2-7ABB-5864-90B8-F6C7421B4B32}" dt="2025-06-12T19:44:25.219" v="202" actId="1076"/>
          <ac:spMkLst>
            <pc:docMk/>
            <pc:sldMk cId="3527786591" sldId="265"/>
            <ac:spMk id="6" creationId="{2AEF1FC3-ABE7-5EC7-9A3A-62FD2487DD75}"/>
          </ac:spMkLst>
        </pc:spChg>
        <pc:spChg chg="add mod">
          <ac:chgData name="yaz624@lehigh.edu" userId="S::urn:spo:guest#yaz624@lehigh.edu::" providerId="AD" clId="Web-{09393FE2-7ABB-5864-90B8-F6C7421B4B32}" dt="2025-06-12T19:44:27.485" v="203" actId="1076"/>
          <ac:spMkLst>
            <pc:docMk/>
            <pc:sldMk cId="3527786591" sldId="265"/>
            <ac:spMk id="7" creationId="{E0951B0D-0421-401B-7F19-06CC8D290C4D}"/>
          </ac:spMkLst>
        </pc:spChg>
        <pc:spChg chg="add mod">
          <ac:chgData name="yaz624@lehigh.edu" userId="S::urn:spo:guest#yaz624@lehigh.edu::" providerId="AD" clId="Web-{09393FE2-7ABB-5864-90B8-F6C7421B4B32}" dt="2025-06-12T19:44:32.861" v="204" actId="1076"/>
          <ac:spMkLst>
            <pc:docMk/>
            <pc:sldMk cId="3527786591" sldId="265"/>
            <ac:spMk id="8" creationId="{CD28C054-6DC7-2AD8-9184-9C14AC1D6104}"/>
          </ac:spMkLst>
        </pc:spChg>
        <pc:picChg chg="add mod ord">
          <ac:chgData name="yaz624@lehigh.edu" userId="S::urn:spo:guest#yaz624@lehigh.edu::" providerId="AD" clId="Web-{09393FE2-7ABB-5864-90B8-F6C7421B4B32}" dt="2025-06-12T19:44:25.204" v="200" actId="1076"/>
          <ac:picMkLst>
            <pc:docMk/>
            <pc:sldMk cId="3527786591" sldId="265"/>
            <ac:picMk id="4" creationId="{411D78D3-FBEA-8757-DF1F-890CA51C35B7}"/>
          </ac:picMkLst>
        </pc:picChg>
      </pc:sldChg>
      <pc:sldChg chg="addSp delSp modSp new">
        <pc:chgData name="yaz624@lehigh.edu" userId="S::urn:spo:guest#yaz624@lehigh.edu::" providerId="AD" clId="Web-{09393FE2-7ABB-5864-90B8-F6C7421B4B32}" dt="2025-06-12T19:59:49.225" v="223" actId="14100"/>
        <pc:sldMkLst>
          <pc:docMk/>
          <pc:sldMk cId="795697340" sldId="266"/>
        </pc:sldMkLst>
        <pc:spChg chg="mod">
          <ac:chgData name="yaz624@lehigh.edu" userId="S::urn:spo:guest#yaz624@lehigh.edu::" providerId="AD" clId="Web-{09393FE2-7ABB-5864-90B8-F6C7421B4B32}" dt="2025-06-12T19:47:06.114" v="215" actId="1076"/>
          <ac:spMkLst>
            <pc:docMk/>
            <pc:sldMk cId="795697340" sldId="266"/>
            <ac:spMk id="2" creationId="{325F4CFF-7F3B-C816-3BA6-EA53757C3561}"/>
          </ac:spMkLst>
        </pc:spChg>
        <pc:spChg chg="del">
          <ac:chgData name="yaz624@lehigh.edu" userId="S::urn:spo:guest#yaz624@lehigh.edu::" providerId="AD" clId="Web-{09393FE2-7ABB-5864-90B8-F6C7421B4B32}" dt="2025-06-12T19:46:53.269" v="211"/>
          <ac:spMkLst>
            <pc:docMk/>
            <pc:sldMk cId="795697340" sldId="266"/>
            <ac:spMk id="3" creationId="{CAD9B2E7-4278-52C7-B798-B170205AF70F}"/>
          </ac:spMkLst>
        </pc:spChg>
        <pc:spChg chg="add del mod">
          <ac:chgData name="yaz624@lehigh.edu" userId="S::urn:spo:guest#yaz624@lehigh.edu::" providerId="AD" clId="Web-{09393FE2-7ABB-5864-90B8-F6C7421B4B32}" dt="2025-06-12T19:59:46.318" v="222"/>
          <ac:spMkLst>
            <pc:docMk/>
            <pc:sldMk cId="795697340" sldId="266"/>
            <ac:spMk id="6" creationId="{103A4AC5-1AC9-930A-CE5D-B57CCAF80C7B}"/>
          </ac:spMkLst>
        </pc:spChg>
        <pc:picChg chg="add del mod ord">
          <ac:chgData name="yaz624@lehigh.edu" userId="S::urn:spo:guest#yaz624@lehigh.edu::" providerId="AD" clId="Web-{09393FE2-7ABB-5864-90B8-F6C7421B4B32}" dt="2025-06-12T19:59:45.631" v="221"/>
          <ac:picMkLst>
            <pc:docMk/>
            <pc:sldMk cId="795697340" sldId="266"/>
            <ac:picMk id="4" creationId="{7B14EC83-EDD3-DF37-260C-EC4C4BFFF732}"/>
          </ac:picMkLst>
        </pc:picChg>
        <pc:picChg chg="add mod ord">
          <ac:chgData name="yaz624@lehigh.edu" userId="S::urn:spo:guest#yaz624@lehigh.edu::" providerId="AD" clId="Web-{09393FE2-7ABB-5864-90B8-F6C7421B4B32}" dt="2025-06-12T19:59:49.225" v="223" actId="14100"/>
          <ac:picMkLst>
            <pc:docMk/>
            <pc:sldMk cId="795697340" sldId="266"/>
            <ac:picMk id="7" creationId="{5DB21F67-2BB3-3CDD-51B2-9DB9AF36E1BC}"/>
          </ac:picMkLst>
        </pc:picChg>
      </pc:sldChg>
      <pc:sldChg chg="new del">
        <pc:chgData name="yaz624@lehigh.edu" userId="S::urn:spo:guest#yaz624@lehigh.edu::" providerId="AD" clId="Web-{09393FE2-7ABB-5864-90B8-F6C7421B4B32}" dt="2025-06-12T19:35:55.942" v="92"/>
        <pc:sldMkLst>
          <pc:docMk/>
          <pc:sldMk cId="684423914" sldId="267"/>
        </pc:sldMkLst>
      </pc:sldChg>
      <pc:sldChg chg="addSp delSp modSp new">
        <pc:chgData name="yaz624@lehigh.edu" userId="S::urn:spo:guest#yaz624@lehigh.edu::" providerId="AD" clId="Web-{09393FE2-7ABB-5864-90B8-F6C7421B4B32}" dt="2025-06-12T20:02:42.447" v="243" actId="1076"/>
        <pc:sldMkLst>
          <pc:docMk/>
          <pc:sldMk cId="1528458140" sldId="267"/>
        </pc:sldMkLst>
        <pc:spChg chg="mod">
          <ac:chgData name="yaz624@lehigh.edu" userId="S::urn:spo:guest#yaz624@lehigh.edu::" providerId="AD" clId="Web-{09393FE2-7ABB-5864-90B8-F6C7421B4B32}" dt="2025-06-12T20:02:40.166" v="242" actId="20577"/>
          <ac:spMkLst>
            <pc:docMk/>
            <pc:sldMk cId="1528458140" sldId="267"/>
            <ac:spMk id="2" creationId="{255251D0-4F8D-2425-1310-97266BFB919C}"/>
          </ac:spMkLst>
        </pc:spChg>
        <pc:spChg chg="del">
          <ac:chgData name="yaz624@lehigh.edu" userId="S::urn:spo:guest#yaz624@lehigh.edu::" providerId="AD" clId="Web-{09393FE2-7ABB-5864-90B8-F6C7421B4B32}" dt="2025-06-12T19:49:41.930" v="217"/>
          <ac:spMkLst>
            <pc:docMk/>
            <pc:sldMk cId="1528458140" sldId="267"/>
            <ac:spMk id="3" creationId="{E5C3C099-836B-4D4E-9E79-102A44A41819}"/>
          </ac:spMkLst>
        </pc:spChg>
        <pc:spChg chg="add del mod">
          <ac:chgData name="yaz624@lehigh.edu" userId="S::urn:spo:guest#yaz624@lehigh.edu::" providerId="AD" clId="Web-{09393FE2-7ABB-5864-90B8-F6C7421B4B32}" dt="2025-06-12T19:58:58.208" v="220"/>
          <ac:spMkLst>
            <pc:docMk/>
            <pc:sldMk cId="1528458140" sldId="267"/>
            <ac:spMk id="6" creationId="{E0183A9E-44C5-38F6-598B-1DF8D2FE13D8}"/>
          </ac:spMkLst>
        </pc:spChg>
        <pc:picChg chg="add del mod ord">
          <ac:chgData name="yaz624@lehigh.edu" userId="S::urn:spo:guest#yaz624@lehigh.edu::" providerId="AD" clId="Web-{09393FE2-7ABB-5864-90B8-F6C7421B4B32}" dt="2025-06-12T19:58:56.833" v="219"/>
          <ac:picMkLst>
            <pc:docMk/>
            <pc:sldMk cId="1528458140" sldId="267"/>
            <ac:picMk id="4" creationId="{7B281408-689B-619A-6335-F57CE9D9730E}"/>
          </ac:picMkLst>
        </pc:picChg>
        <pc:picChg chg="add mod ord">
          <ac:chgData name="yaz624@lehigh.edu" userId="S::urn:spo:guest#yaz624@lehigh.edu::" providerId="AD" clId="Web-{09393FE2-7ABB-5864-90B8-F6C7421B4B32}" dt="2025-06-12T20:02:42.447" v="243" actId="1076"/>
          <ac:picMkLst>
            <pc:docMk/>
            <pc:sldMk cId="1528458140" sldId="267"/>
            <ac:picMk id="7" creationId="{65F863BE-944E-8B79-4CD9-AAB2BB71440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34C62-559E-FE99-8C3B-4CEFE4710E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DDE553-2CBB-F9B3-83C4-B696722FE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863090-9B89-6C5D-F1D4-24D916637F9D}"/>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5" name="Footer Placeholder 4">
            <a:extLst>
              <a:ext uri="{FF2B5EF4-FFF2-40B4-BE49-F238E27FC236}">
                <a16:creationId xmlns:a16="http://schemas.microsoft.com/office/drawing/2014/main" id="{88A989F7-3D89-9556-AD0B-83BE3F33C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7A68A4-02A9-B000-0E2F-FDF0A2CCC24B}"/>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2320891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7EF2F-3F69-54DB-7397-992B246502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EE9882-886A-6686-6746-6C7A597AE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4836A6-437C-F6D0-8856-CC5FD804E47E}"/>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5" name="Footer Placeholder 4">
            <a:extLst>
              <a:ext uri="{FF2B5EF4-FFF2-40B4-BE49-F238E27FC236}">
                <a16:creationId xmlns:a16="http://schemas.microsoft.com/office/drawing/2014/main" id="{F34582C5-6095-1C9D-E07D-A91B3759C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3D81B-8ADF-FD00-7CE6-90FBA6E0B921}"/>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393185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80B54-F04D-266A-E62B-8924B90640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93DC31-718E-35B0-216D-DB772A55BAA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E72967-F3DC-0566-D4D5-063E8A1028D1}"/>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5" name="Footer Placeholder 4">
            <a:extLst>
              <a:ext uri="{FF2B5EF4-FFF2-40B4-BE49-F238E27FC236}">
                <a16:creationId xmlns:a16="http://schemas.microsoft.com/office/drawing/2014/main" id="{60E45ED6-05D6-A36B-45D8-9B94C907A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13BF3-8AD0-16AF-6E19-650BD4C158B2}"/>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197752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7DE79-269A-D912-4973-4A0309DD4B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117C79-ADDD-32C3-8E91-9D55AE6BFB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EE057E-18C5-8B63-A027-E3E837B87F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7E72F2-4084-7815-00D6-EED2965EC583}"/>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6" name="Footer Placeholder 5">
            <a:extLst>
              <a:ext uri="{FF2B5EF4-FFF2-40B4-BE49-F238E27FC236}">
                <a16:creationId xmlns:a16="http://schemas.microsoft.com/office/drawing/2014/main" id="{C5887949-1A32-D650-900F-23759DFE57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55291E-A83B-517E-526D-C8652F7798CE}"/>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4213397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D2B9A-1DE4-C5A4-CA33-0330739A54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45878F-1BEB-9CE0-6E3A-B4E6251A5E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36B42B-EEAD-7759-8AC1-45E154F540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0B19DB-1CEF-5BFB-864D-89FA2DCD90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C9052B-DBA3-0643-2C1D-77E2B4DE5C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52B70-F4C9-6117-5CC7-4729B99C3DB6}"/>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8" name="Footer Placeholder 7">
            <a:extLst>
              <a:ext uri="{FF2B5EF4-FFF2-40B4-BE49-F238E27FC236}">
                <a16:creationId xmlns:a16="http://schemas.microsoft.com/office/drawing/2014/main" id="{F53223A9-878A-98EA-432B-688DB91311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20D2F8-F02C-A0BB-0DE9-96F7854DB224}"/>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4189716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444E-BEAC-8F01-605B-D632C07F08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EB413B-75AF-DF05-72E7-1804724F8B50}"/>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4" name="Footer Placeholder 3">
            <a:extLst>
              <a:ext uri="{FF2B5EF4-FFF2-40B4-BE49-F238E27FC236}">
                <a16:creationId xmlns:a16="http://schemas.microsoft.com/office/drawing/2014/main" id="{7393E603-759B-95A2-FC3C-81F6D74AA5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576C48-53A7-C0DD-0355-B24D2E1E8C06}"/>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247490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61E57-D2AB-401E-2EE9-7363E59CC701}"/>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3" name="Footer Placeholder 2">
            <a:extLst>
              <a:ext uri="{FF2B5EF4-FFF2-40B4-BE49-F238E27FC236}">
                <a16:creationId xmlns:a16="http://schemas.microsoft.com/office/drawing/2014/main" id="{A125C178-E91E-B3E1-72E7-B8EBA8D49A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517776-F343-D177-74EE-C2B2C45D758D}"/>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80491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EBA12-A7B1-BA8D-ADB0-BA5B62CFA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251117-7685-70CB-CD8E-C9807E3453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96F708-A0E5-5B35-FE76-4144BE1032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05328-80C2-C5DD-23A1-AFA42BE8CD81}"/>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6" name="Footer Placeholder 5">
            <a:extLst>
              <a:ext uri="{FF2B5EF4-FFF2-40B4-BE49-F238E27FC236}">
                <a16:creationId xmlns:a16="http://schemas.microsoft.com/office/drawing/2014/main" id="{0A9E1181-FAFA-134F-E8BC-B9745BBE30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1B3185-47F3-56B0-FBA9-807DFCE6D8FF}"/>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2492804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BAD5-7048-2742-E9D3-91EC952A7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89574D-E6BA-2CC4-5ACF-6412E41B67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03A6D0-AB2E-A35A-C2D0-957C66133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E630F2-FF48-7F68-E697-36F7565C3096}"/>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6" name="Footer Placeholder 5">
            <a:extLst>
              <a:ext uri="{FF2B5EF4-FFF2-40B4-BE49-F238E27FC236}">
                <a16:creationId xmlns:a16="http://schemas.microsoft.com/office/drawing/2014/main" id="{F2A4D47E-280E-B0F7-7CEF-37B6DE4F0B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B8B4FA-B126-5370-410F-6BB6FC114DBC}"/>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2427053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32DCE-50F1-2CB3-D6A4-2F54CC970B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F1DB2-3B7C-798F-B99F-99224D1DAA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E2316-548E-76EE-65C8-BBBCDB92245A}"/>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5" name="Footer Placeholder 4">
            <a:extLst>
              <a:ext uri="{FF2B5EF4-FFF2-40B4-BE49-F238E27FC236}">
                <a16:creationId xmlns:a16="http://schemas.microsoft.com/office/drawing/2014/main" id="{8133A192-3FD0-1B83-5F98-13280F1EB2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54F404-B630-9A1A-7234-A071AEEB1D8E}"/>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2199689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CCF04A-54AC-23B7-201F-8539DB3FEF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666357-F086-D111-6D1C-970013AF9A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9CB199-914B-D154-DB5F-EAAD92671451}"/>
              </a:ext>
            </a:extLst>
          </p:cNvPr>
          <p:cNvSpPr>
            <a:spLocks noGrp="1"/>
          </p:cNvSpPr>
          <p:nvPr>
            <p:ph type="dt" sz="half" idx="10"/>
          </p:nvPr>
        </p:nvSpPr>
        <p:spPr/>
        <p:txBody>
          <a:bodyPr/>
          <a:lstStyle/>
          <a:p>
            <a:fld id="{1B2E9906-A929-4221-903F-9A8E554A1C98}" type="datetimeFigureOut">
              <a:rPr lang="en-US" smtClean="0"/>
              <a:t>6/21/2025</a:t>
            </a:fld>
            <a:endParaRPr lang="en-US"/>
          </a:p>
        </p:txBody>
      </p:sp>
      <p:sp>
        <p:nvSpPr>
          <p:cNvPr id="5" name="Footer Placeholder 4">
            <a:extLst>
              <a:ext uri="{FF2B5EF4-FFF2-40B4-BE49-F238E27FC236}">
                <a16:creationId xmlns:a16="http://schemas.microsoft.com/office/drawing/2014/main" id="{5DDAFC83-0B93-997C-3AB6-EA9AF9F36E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D8136-1EE8-2B0F-7C9C-BBFFF4CABE06}"/>
              </a:ext>
            </a:extLst>
          </p:cNvPr>
          <p:cNvSpPr>
            <a:spLocks noGrp="1"/>
          </p:cNvSpPr>
          <p:nvPr>
            <p:ph type="sldNum" sz="quarter" idx="12"/>
          </p:nvPr>
        </p:nvSpPr>
        <p:spPr/>
        <p:txBody>
          <a:bodyPr/>
          <a:lstStyle/>
          <a:p>
            <a:fld id="{77A7C2F2-5C56-4B52-93B4-5AB474FF0E14}" type="slidenum">
              <a:rPr lang="en-US" smtClean="0"/>
              <a:t>‹#›</a:t>
            </a:fld>
            <a:endParaRPr lang="en-US"/>
          </a:p>
        </p:txBody>
      </p:sp>
    </p:spTree>
    <p:extLst>
      <p:ext uri="{BB962C8B-B14F-4D97-AF65-F5344CB8AC3E}">
        <p14:creationId xmlns:p14="http://schemas.microsoft.com/office/powerpoint/2010/main" val="3601151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6CD0FC-853A-7028-643E-435BD117D0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33CC3D-88A8-9EE0-3A4A-3610373A3A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11596B-F9AF-5803-E3A7-9BB6ED4BA4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2E9906-A929-4221-903F-9A8E554A1C98}" type="datetimeFigureOut">
              <a:rPr lang="en-US" smtClean="0"/>
              <a:t>6/21/2025</a:t>
            </a:fld>
            <a:endParaRPr lang="en-US"/>
          </a:p>
        </p:txBody>
      </p:sp>
      <p:sp>
        <p:nvSpPr>
          <p:cNvPr id="5" name="Footer Placeholder 4">
            <a:extLst>
              <a:ext uri="{FF2B5EF4-FFF2-40B4-BE49-F238E27FC236}">
                <a16:creationId xmlns:a16="http://schemas.microsoft.com/office/drawing/2014/main" id="{43E97DE6-D6CA-5900-213A-B4F5F54CA9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02A0841-17DE-3F41-2819-090E368B85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A7C2F2-5C56-4B52-93B4-5AB474FF0E14}" type="slidenum">
              <a:rPr lang="en-US" smtClean="0"/>
              <a:t>‹#›</a:t>
            </a:fld>
            <a:endParaRPr lang="en-US"/>
          </a:p>
        </p:txBody>
      </p:sp>
    </p:spTree>
    <p:extLst>
      <p:ext uri="{BB962C8B-B14F-4D97-AF65-F5344CB8AC3E}">
        <p14:creationId xmlns:p14="http://schemas.microsoft.com/office/powerpoint/2010/main" val="353651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ontiersin.org/journals/neuroscience/articles/10.3389/fnins.2022.832463/full" TargetMode="External"/><Relationship Id="rId2" Type="http://schemas.openxmlformats.org/officeDocument/2006/relationships/hyperlink" Target="https://www.synapse.org/Synapse:syn52540892/wiki/623753" TargetMode="External"/><Relationship Id="rId1" Type="http://schemas.openxmlformats.org/officeDocument/2006/relationships/slideLayout" Target="../slideLayouts/slideLayout2.xml"/><Relationship Id="rId4" Type="http://schemas.openxmlformats.org/officeDocument/2006/relationships/hyperlink" Target="https://datadryad.org/dataset/doi:10.5061/dryad.fbg79cp1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49EF-B0AB-29CF-7078-74C87C5F027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5C20C71-7C0E-57F5-6A40-3DAD707EB6F4}"/>
              </a:ext>
            </a:extLst>
          </p:cNvPr>
          <p:cNvSpPr>
            <a:spLocks noGrp="1"/>
          </p:cNvSpPr>
          <p:nvPr>
            <p:ph type="subTitle" idx="1"/>
          </p:nvPr>
        </p:nvSpPr>
        <p:spPr/>
        <p:txBody>
          <a:bodyPr>
            <a:normAutofit/>
          </a:bodyPr>
          <a:lstStyle/>
          <a:p>
            <a:r>
              <a:rPr lang="en-US" sz="5400"/>
              <a:t>06/12/2025</a:t>
            </a:r>
          </a:p>
        </p:txBody>
      </p:sp>
    </p:spTree>
    <p:extLst>
      <p:ext uri="{BB962C8B-B14F-4D97-AF65-F5344CB8AC3E}">
        <p14:creationId xmlns:p14="http://schemas.microsoft.com/office/powerpoint/2010/main" val="2265760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2208-8BE9-47C3-70B6-207773D84B44}"/>
              </a:ext>
            </a:extLst>
          </p:cNvPr>
          <p:cNvSpPr>
            <a:spLocks noGrp="1"/>
          </p:cNvSpPr>
          <p:nvPr>
            <p:ph type="title"/>
          </p:nvPr>
        </p:nvSpPr>
        <p:spPr>
          <a:xfrm>
            <a:off x="5067889" y="569259"/>
            <a:ext cx="6815533" cy="1636899"/>
          </a:xfrm>
        </p:spPr>
        <p:txBody>
          <a:bodyPr>
            <a:normAutofit fontScale="90000"/>
          </a:bodyPr>
          <a:lstStyle/>
          <a:p>
            <a:r>
              <a:rPr lang="en-US" sz="4000"/>
              <a:t>Different  Turning Combinations(number of  turning steps not included)</a:t>
            </a:r>
          </a:p>
        </p:txBody>
      </p:sp>
      <p:pic>
        <p:nvPicPr>
          <p:cNvPr id="5" name="Content Placeholder 4">
            <a:extLst>
              <a:ext uri="{FF2B5EF4-FFF2-40B4-BE49-F238E27FC236}">
                <a16:creationId xmlns:a16="http://schemas.microsoft.com/office/drawing/2014/main" id="{7EF91342-EAD5-CBB1-A8C8-7374C8BAD197}"/>
              </a:ext>
            </a:extLst>
          </p:cNvPr>
          <p:cNvPicPr>
            <a:picLocks noGrp="1" noChangeAspect="1"/>
          </p:cNvPicPr>
          <p:nvPr>
            <p:ph idx="1"/>
          </p:nvPr>
        </p:nvPicPr>
        <p:blipFill>
          <a:blip r:embed="rId2"/>
          <a:stretch>
            <a:fillRect/>
          </a:stretch>
        </p:blipFill>
        <p:spPr>
          <a:xfrm>
            <a:off x="188614" y="521341"/>
            <a:ext cx="4879275" cy="6063105"/>
          </a:xfrm>
        </p:spPr>
      </p:pic>
      <p:pic>
        <p:nvPicPr>
          <p:cNvPr id="12" name="Picture 11">
            <a:extLst>
              <a:ext uri="{FF2B5EF4-FFF2-40B4-BE49-F238E27FC236}">
                <a16:creationId xmlns:a16="http://schemas.microsoft.com/office/drawing/2014/main" id="{5A7778D0-61DC-6002-6DEB-CE04754AB9E6}"/>
              </a:ext>
            </a:extLst>
          </p:cNvPr>
          <p:cNvPicPr>
            <a:picLocks noChangeAspect="1"/>
          </p:cNvPicPr>
          <p:nvPr/>
        </p:nvPicPr>
        <p:blipFill>
          <a:blip r:embed="rId3"/>
          <a:stretch>
            <a:fillRect/>
          </a:stretch>
        </p:blipFill>
        <p:spPr>
          <a:xfrm>
            <a:off x="5489091" y="2994748"/>
            <a:ext cx="5634132" cy="3412802"/>
          </a:xfrm>
          <a:prstGeom prst="rect">
            <a:avLst/>
          </a:prstGeom>
        </p:spPr>
      </p:pic>
    </p:spTree>
    <p:extLst>
      <p:ext uri="{BB962C8B-B14F-4D97-AF65-F5344CB8AC3E}">
        <p14:creationId xmlns:p14="http://schemas.microsoft.com/office/powerpoint/2010/main" val="464456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B5EA6-BF1C-1DEF-06FC-809A012978CF}"/>
              </a:ext>
            </a:extLst>
          </p:cNvPr>
          <p:cNvSpPr>
            <a:spLocks noGrp="1"/>
          </p:cNvSpPr>
          <p:nvPr>
            <p:ph type="title"/>
          </p:nvPr>
        </p:nvSpPr>
        <p:spPr/>
        <p:txBody>
          <a:bodyPr/>
          <a:lstStyle/>
          <a:p>
            <a:r>
              <a:rPr lang="en-US"/>
              <a:t>2D vs 3D features</a:t>
            </a:r>
          </a:p>
        </p:txBody>
      </p:sp>
      <p:sp>
        <p:nvSpPr>
          <p:cNvPr id="3" name="Content Placeholder 2">
            <a:extLst>
              <a:ext uri="{FF2B5EF4-FFF2-40B4-BE49-F238E27FC236}">
                <a16:creationId xmlns:a16="http://schemas.microsoft.com/office/drawing/2014/main" id="{2775BA15-0DAB-62E2-961E-083A24BDF3D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74031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5FBDC-C654-7A27-CD4C-9CC4C211CE9C}"/>
              </a:ext>
            </a:extLst>
          </p:cNvPr>
          <p:cNvSpPr>
            <a:spLocks noGrp="1"/>
          </p:cNvSpPr>
          <p:nvPr>
            <p:ph type="title"/>
          </p:nvPr>
        </p:nvSpPr>
        <p:spPr/>
        <p:txBody>
          <a:bodyPr/>
          <a:lstStyle/>
          <a:p>
            <a:r>
              <a:rPr lang="en-US" sz="1000" u="sng">
                <a:solidFill>
                  <a:srgbClr val="0D6EFD"/>
                </a:solidFill>
                <a:latin typeface="Arial"/>
                <a:cs typeface="Arial"/>
                <a:hlinkClick r:id="rId2"/>
              </a:rPr>
              <a:t>https://www.synapse.org/Synapse:syn52540892/wiki/623753</a:t>
            </a:r>
            <a:endParaRPr lang="en-US"/>
          </a:p>
          <a:p>
            <a:r>
              <a:rPr lang="en-US" sz="1000" u="sng">
                <a:solidFill>
                  <a:srgbClr val="0D6EFD"/>
                </a:solidFill>
                <a:latin typeface="Arial"/>
                <a:cs typeface="Arial"/>
                <a:hlinkClick r:id="rId3"/>
              </a:rPr>
              <a:t>https://www.frontiersin.org/journals/neuroscience/articles/10.3389/fnins.2022.832463/full</a:t>
            </a:r>
            <a:endParaRPr lang="en-US"/>
          </a:p>
          <a:p>
            <a:r>
              <a:rPr lang="en-US" sz="1000" u="sng">
                <a:solidFill>
                  <a:srgbClr val="0A58CA"/>
                </a:solidFill>
                <a:latin typeface="Arial"/>
                <a:cs typeface="Arial"/>
                <a:hlinkClick r:id="rId4"/>
              </a:rPr>
              <a:t>https://datadryad.org/dataset/doi:10.5061/dryad.fbg79cp1d</a:t>
            </a:r>
            <a:endParaRPr lang="en-US"/>
          </a:p>
          <a:p>
            <a:endParaRPr lang="en-US"/>
          </a:p>
        </p:txBody>
      </p:sp>
      <p:sp>
        <p:nvSpPr>
          <p:cNvPr id="3" name="Content Placeholder 2">
            <a:extLst>
              <a:ext uri="{FF2B5EF4-FFF2-40B4-BE49-F238E27FC236}">
                <a16:creationId xmlns:a16="http://schemas.microsoft.com/office/drawing/2014/main" id="{8B12A0DF-35C0-8827-DCAF-3447B0633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3429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21E2-4F0B-D429-4364-82F193F0A38A}"/>
              </a:ext>
            </a:extLst>
          </p:cNvPr>
          <p:cNvSpPr>
            <a:spLocks noGrp="1"/>
          </p:cNvSpPr>
          <p:nvPr>
            <p:ph type="title"/>
          </p:nvPr>
        </p:nvSpPr>
        <p:spPr>
          <a:xfrm>
            <a:off x="1379432" y="1141369"/>
            <a:ext cx="9888910" cy="1325563"/>
          </a:xfrm>
        </p:spPr>
        <p:txBody>
          <a:bodyPr vert="horz" lIns="91440" tIns="45720" rIns="91440" bIns="45720" rtlCol="0" anchor="ctr">
            <a:noAutofit/>
          </a:bodyPr>
          <a:lstStyle/>
          <a:p>
            <a:pPr>
              <a:lnSpc>
                <a:spcPct val="100000"/>
              </a:lnSpc>
              <a:spcBef>
                <a:spcPts val="0"/>
              </a:spcBef>
            </a:pPr>
            <a:br>
              <a:rPr lang="en-US" sz="2400" dirty="0">
                <a:latin typeface="Aptos Display"/>
              </a:rPr>
            </a:br>
            <a:r>
              <a:rPr lang="en-US" sz="2000" b="1" dirty="0">
                <a:ea typeface="+mj-lt"/>
                <a:cs typeface="+mj-lt"/>
              </a:rPr>
              <a:t>Objective:</a:t>
            </a:r>
            <a:br>
              <a:rPr lang="en-US" sz="2000" b="1" dirty="0">
                <a:ea typeface="+mj-lt"/>
                <a:cs typeface="+mj-lt"/>
              </a:rPr>
            </a:br>
            <a:endParaRPr lang="en-US" sz="800" b="1">
              <a:ea typeface="+mj-lt"/>
              <a:cs typeface="+mj-lt"/>
            </a:endParaRPr>
          </a:p>
          <a:p>
            <a:pPr>
              <a:lnSpc>
                <a:spcPct val="100000"/>
              </a:lnSpc>
              <a:spcBef>
                <a:spcPts val="0"/>
              </a:spcBef>
            </a:pPr>
            <a:r>
              <a:rPr lang="en-US" sz="2000" dirty="0">
                <a:ea typeface="+mj-lt"/>
                <a:cs typeface="+mj-lt"/>
              </a:rPr>
              <a:t>To compare two data generation methods - "</a:t>
            </a:r>
            <a:r>
              <a:rPr lang="en-US" sz="2000" dirty="0" err="1">
                <a:ea typeface="+mj-lt"/>
                <a:cs typeface="+mj-lt"/>
              </a:rPr>
              <a:t>TSaug</a:t>
            </a:r>
            <a:r>
              <a:rPr lang="en-US" sz="2000" dirty="0">
                <a:ea typeface="+mj-lt"/>
                <a:cs typeface="+mj-lt"/>
              </a:rPr>
              <a:t> data augmentation" and "</a:t>
            </a:r>
            <a:r>
              <a:rPr lang="en-US" sz="2000" dirty="0" err="1">
                <a:ea typeface="+mj-lt"/>
                <a:cs typeface="+mj-lt"/>
              </a:rPr>
              <a:t>Transformer+VAE</a:t>
            </a:r>
            <a:r>
              <a:rPr lang="en-US" sz="2000" dirty="0">
                <a:ea typeface="+mj-lt"/>
                <a:cs typeface="+mj-lt"/>
              </a:rPr>
              <a:t> model generation" - on Pelvis Speed in the Sit-to-Stand (STS) task And their similarity to the real data (GT) under different UPDRS 3.9 rating levels.</a:t>
            </a:r>
          </a:p>
        </p:txBody>
      </p:sp>
      <p:sp>
        <p:nvSpPr>
          <p:cNvPr id="4" name="TextBox 3">
            <a:extLst>
              <a:ext uri="{FF2B5EF4-FFF2-40B4-BE49-F238E27FC236}">
                <a16:creationId xmlns:a16="http://schemas.microsoft.com/office/drawing/2014/main" id="{ED17A22A-FAE6-CA68-D90E-CD3B0FDFDDAE}"/>
              </a:ext>
            </a:extLst>
          </p:cNvPr>
          <p:cNvSpPr txBox="1"/>
          <p:nvPr/>
        </p:nvSpPr>
        <p:spPr>
          <a:xfrm>
            <a:off x="408774" y="373166"/>
            <a:ext cx="899587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Task 1: Comparing two data generation methods </a:t>
            </a:r>
          </a:p>
        </p:txBody>
      </p:sp>
      <p:sp>
        <p:nvSpPr>
          <p:cNvPr id="5" name="TextBox 4">
            <a:extLst>
              <a:ext uri="{FF2B5EF4-FFF2-40B4-BE49-F238E27FC236}">
                <a16:creationId xmlns:a16="http://schemas.microsoft.com/office/drawing/2014/main" id="{25E63AEE-3B82-3F3D-F40F-F559B9986D3F}"/>
              </a:ext>
            </a:extLst>
          </p:cNvPr>
          <p:cNvSpPr txBox="1"/>
          <p:nvPr/>
        </p:nvSpPr>
        <p:spPr>
          <a:xfrm>
            <a:off x="1192140" y="3000998"/>
            <a:ext cx="8340694" cy="23883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371600" lvl="2" indent="-457200">
              <a:lnSpc>
                <a:spcPts val="2550"/>
              </a:lnSpc>
              <a:buAutoNum type="arabicPeriod"/>
            </a:pPr>
            <a:r>
              <a:rPr lang="en-US" sz="2000" err="1">
                <a:latin typeface="+mj-lt"/>
                <a:ea typeface="+mj-lt"/>
                <a:cs typeface="+mj-lt"/>
              </a:rPr>
              <a:t>TSaug</a:t>
            </a:r>
            <a:r>
              <a:rPr lang="en-US" sz="2000" dirty="0">
                <a:latin typeface="+mj-lt"/>
                <a:ea typeface="+mj-lt"/>
                <a:cs typeface="+mj-lt"/>
              </a:rPr>
              <a:t>: Generates new samples from original data using time series augmentation methods like random perturbation and time scaling.​</a:t>
            </a:r>
            <a:endParaRPr lang="en-US" sz="2000">
              <a:latin typeface="+mj-lt"/>
              <a:ea typeface="+mj-lt"/>
              <a:cs typeface="+mj-lt"/>
            </a:endParaRPr>
          </a:p>
          <a:p>
            <a:pPr marL="1371600" lvl="2" indent="-457200">
              <a:buAutoNum type="arabicPeriod"/>
            </a:pPr>
            <a:endParaRPr lang="en-US" sz="1600" dirty="0">
              <a:latin typeface="+mj-lt"/>
              <a:ea typeface="+mj-lt"/>
              <a:cs typeface="+mj-lt"/>
            </a:endParaRPr>
          </a:p>
          <a:p>
            <a:pPr marL="1371600" lvl="2" indent="-457200">
              <a:lnSpc>
                <a:spcPts val="2550"/>
              </a:lnSpc>
              <a:buAutoNum type="arabicPeriod"/>
            </a:pPr>
            <a:r>
              <a:rPr lang="en-US" sz="2000" dirty="0">
                <a:latin typeface="+mj-lt"/>
                <a:ea typeface="+mj-lt"/>
                <a:cs typeface="+mj-lt"/>
              </a:rPr>
              <a:t>Transformer + VAE: Combines Transformer to extract dependencies between features and VAE to model feature distribution, generating more structured samples.</a:t>
            </a:r>
          </a:p>
        </p:txBody>
      </p:sp>
    </p:spTree>
    <p:extLst>
      <p:ext uri="{BB962C8B-B14F-4D97-AF65-F5344CB8AC3E}">
        <p14:creationId xmlns:p14="http://schemas.microsoft.com/office/powerpoint/2010/main" val="2625624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of different colored squares&#10;&#10;AI-generated content may be incorrect.">
            <a:extLst>
              <a:ext uri="{FF2B5EF4-FFF2-40B4-BE49-F238E27FC236}">
                <a16:creationId xmlns:a16="http://schemas.microsoft.com/office/drawing/2014/main" id="{EC493C90-6D8E-B094-05EA-1ED68E05D0F2}"/>
              </a:ext>
            </a:extLst>
          </p:cNvPr>
          <p:cNvPicPr>
            <a:picLocks noGrp="1" noChangeAspect="1"/>
          </p:cNvPicPr>
          <p:nvPr>
            <p:ph idx="1"/>
          </p:nvPr>
        </p:nvPicPr>
        <p:blipFill>
          <a:blip r:embed="rId2"/>
          <a:srcRect l="-211" t="1993" r="211" b="284"/>
          <a:stretch>
            <a:fillRect/>
          </a:stretch>
        </p:blipFill>
        <p:spPr>
          <a:xfrm>
            <a:off x="1810360" y="1067423"/>
            <a:ext cx="3842427" cy="2808242"/>
          </a:xfrm>
        </p:spPr>
      </p:pic>
      <p:pic>
        <p:nvPicPr>
          <p:cNvPr id="6" name="Picture 5" descr="A graph of different colored squares&#10;&#10;AI-generated content may be incorrect.">
            <a:extLst>
              <a:ext uri="{FF2B5EF4-FFF2-40B4-BE49-F238E27FC236}">
                <a16:creationId xmlns:a16="http://schemas.microsoft.com/office/drawing/2014/main" id="{9D735956-701A-D664-3138-E79C2F110D25}"/>
              </a:ext>
            </a:extLst>
          </p:cNvPr>
          <p:cNvPicPr>
            <a:picLocks noChangeAspect="1"/>
          </p:cNvPicPr>
          <p:nvPr/>
        </p:nvPicPr>
        <p:blipFill>
          <a:blip r:embed="rId3"/>
          <a:stretch>
            <a:fillRect/>
          </a:stretch>
        </p:blipFill>
        <p:spPr>
          <a:xfrm>
            <a:off x="6569597" y="1070524"/>
            <a:ext cx="3983315" cy="2880692"/>
          </a:xfrm>
          <a:prstGeom prst="rect">
            <a:avLst/>
          </a:prstGeom>
        </p:spPr>
      </p:pic>
      <p:sp>
        <p:nvSpPr>
          <p:cNvPr id="7" name="TextBox 6">
            <a:extLst>
              <a:ext uri="{FF2B5EF4-FFF2-40B4-BE49-F238E27FC236}">
                <a16:creationId xmlns:a16="http://schemas.microsoft.com/office/drawing/2014/main" id="{80C72308-94A9-372E-9BF6-79BBD3EBDDEA}"/>
              </a:ext>
            </a:extLst>
          </p:cNvPr>
          <p:cNvSpPr txBox="1"/>
          <p:nvPr/>
        </p:nvSpPr>
        <p:spPr>
          <a:xfrm>
            <a:off x="7803994" y="3957197"/>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err="1">
                <a:latin typeface="Consolas"/>
              </a:rPr>
              <a:t>Transformer+VAE</a:t>
            </a:r>
            <a:endParaRPr lang="en-US" sz="1600" dirty="0">
              <a:latin typeface="Consolas"/>
            </a:endParaRPr>
          </a:p>
        </p:txBody>
      </p:sp>
      <p:sp>
        <p:nvSpPr>
          <p:cNvPr id="8" name="TextBox 7">
            <a:extLst>
              <a:ext uri="{FF2B5EF4-FFF2-40B4-BE49-F238E27FC236}">
                <a16:creationId xmlns:a16="http://schemas.microsoft.com/office/drawing/2014/main" id="{362C06F8-BFA6-360D-25D1-9BB12428D593}"/>
              </a:ext>
            </a:extLst>
          </p:cNvPr>
          <p:cNvSpPr txBox="1"/>
          <p:nvPr/>
        </p:nvSpPr>
        <p:spPr>
          <a:xfrm>
            <a:off x="3108535" y="3959066"/>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latin typeface="Consolas"/>
              </a:rPr>
              <a:t>TSaug</a:t>
            </a:r>
            <a:endParaRPr lang="en-US" sz="1600" err="1"/>
          </a:p>
        </p:txBody>
      </p:sp>
      <p:sp>
        <p:nvSpPr>
          <p:cNvPr id="9" name="TextBox 8">
            <a:extLst>
              <a:ext uri="{FF2B5EF4-FFF2-40B4-BE49-F238E27FC236}">
                <a16:creationId xmlns:a16="http://schemas.microsoft.com/office/drawing/2014/main" id="{05BC66FC-9B5F-3486-9A28-FAFF5D572271}"/>
              </a:ext>
            </a:extLst>
          </p:cNvPr>
          <p:cNvSpPr txBox="1"/>
          <p:nvPr/>
        </p:nvSpPr>
        <p:spPr>
          <a:xfrm>
            <a:off x="969680" y="4414498"/>
            <a:ext cx="10244993" cy="18004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mj-lt"/>
                <a:ea typeface="+mj-lt"/>
                <a:cs typeface="+mj-lt"/>
              </a:rPr>
              <a:t>Task 1 Result: </a:t>
            </a:r>
          </a:p>
          <a:p>
            <a:endParaRPr lang="en-US" sz="1100" dirty="0">
              <a:latin typeface="+mj-lt"/>
              <a:ea typeface="+mj-lt"/>
              <a:cs typeface="+mj-lt"/>
            </a:endParaRPr>
          </a:p>
          <a:p>
            <a:r>
              <a:rPr lang="en-US" sz="2000" dirty="0">
                <a:latin typeface="+mj-lt"/>
                <a:ea typeface="+mj-lt"/>
                <a:cs typeface="+mj-lt"/>
              </a:rPr>
              <a:t>"</a:t>
            </a:r>
            <a:r>
              <a:rPr lang="en-US" sz="2000" dirty="0" err="1">
                <a:latin typeface="+mj-lt"/>
                <a:ea typeface="+mj-lt"/>
                <a:cs typeface="+mj-lt"/>
              </a:rPr>
              <a:t>TSaug</a:t>
            </a:r>
            <a:r>
              <a:rPr lang="en-US" sz="2000" dirty="0">
                <a:latin typeface="+mj-lt"/>
                <a:ea typeface="+mj-lt"/>
                <a:cs typeface="+mj-lt"/>
              </a:rPr>
              <a:t>" generates data by slightly perturbing the original time series, resulting in samples that are too similar to the original. This limits diversity and generalization, especially under class imbalance. </a:t>
            </a:r>
          </a:p>
          <a:p>
            <a:r>
              <a:rPr lang="en-US" sz="2000" dirty="0">
                <a:latin typeface="+mj-lt"/>
                <a:ea typeface="+mj-lt"/>
                <a:cs typeface="+mj-lt"/>
              </a:rPr>
              <a:t>In contrast, "</a:t>
            </a:r>
            <a:r>
              <a:rPr lang="en-US" sz="2000" err="1">
                <a:latin typeface="+mj-lt"/>
                <a:ea typeface="+mj-lt"/>
                <a:cs typeface="+mj-lt"/>
              </a:rPr>
              <a:t>Transformer+VAE</a:t>
            </a:r>
            <a:r>
              <a:rPr lang="en-US" sz="2000" dirty="0">
                <a:latin typeface="+mj-lt"/>
                <a:ea typeface="+mj-lt"/>
                <a:cs typeface="+mj-lt"/>
              </a:rPr>
              <a:t>" learns from latent space and creates more diverse, realistic samples, improving robustness in UPDRS score prediction.</a:t>
            </a:r>
          </a:p>
        </p:txBody>
      </p:sp>
    </p:spTree>
    <p:extLst>
      <p:ext uri="{BB962C8B-B14F-4D97-AF65-F5344CB8AC3E}">
        <p14:creationId xmlns:p14="http://schemas.microsoft.com/office/powerpoint/2010/main" val="3716357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6BD9D6-82A6-7600-55DE-DE2EFCDECFB3}"/>
              </a:ext>
            </a:extLst>
          </p:cNvPr>
          <p:cNvSpPr txBox="1"/>
          <p:nvPr/>
        </p:nvSpPr>
        <p:spPr>
          <a:xfrm>
            <a:off x="839018" y="451463"/>
            <a:ext cx="992924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Task 2: Attempting to</a:t>
            </a:r>
            <a:r>
              <a:rPr lang="en-US" sz="2800" dirty="0">
                <a:ea typeface="+mn-lt"/>
                <a:cs typeface="+mn-lt"/>
              </a:rPr>
              <a:t> </a:t>
            </a:r>
            <a:r>
              <a:rPr lang="en-US" sz="2800" b="1" dirty="0">
                <a:ea typeface="+mn-lt"/>
                <a:cs typeface="+mn-lt"/>
              </a:rPr>
              <a:t>Combine IMU and </a:t>
            </a:r>
            <a:r>
              <a:rPr lang="en-US" sz="2800" b="1" dirty="0" err="1">
                <a:ea typeface="+mn-lt"/>
                <a:cs typeface="+mn-lt"/>
              </a:rPr>
              <a:t>Keypoint</a:t>
            </a:r>
            <a:r>
              <a:rPr lang="en-US" sz="2800" b="1" dirty="0">
                <a:ea typeface="+mn-lt"/>
                <a:cs typeface="+mn-lt"/>
              </a:rPr>
              <a:t> Data</a:t>
            </a:r>
            <a:endParaRPr lang="en-US" sz="2800" b="1" dirty="0"/>
          </a:p>
        </p:txBody>
      </p:sp>
      <p:sp>
        <p:nvSpPr>
          <p:cNvPr id="6" name="TextBox 5">
            <a:extLst>
              <a:ext uri="{FF2B5EF4-FFF2-40B4-BE49-F238E27FC236}">
                <a16:creationId xmlns:a16="http://schemas.microsoft.com/office/drawing/2014/main" id="{ABC06ADE-6033-7410-50BD-E6A4BA826C1D}"/>
              </a:ext>
            </a:extLst>
          </p:cNvPr>
          <p:cNvSpPr txBox="1"/>
          <p:nvPr/>
        </p:nvSpPr>
        <p:spPr>
          <a:xfrm>
            <a:off x="1377298" y="1213503"/>
            <a:ext cx="895314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ptos Display"/>
                <a:cs typeface="Segoe UI"/>
              </a:rPr>
              <a:t>Objective:</a:t>
            </a:r>
            <a:r>
              <a:rPr lang="en-US" sz="2000" dirty="0">
                <a:latin typeface="Aptos Display"/>
                <a:cs typeface="Segoe UI"/>
              </a:rPr>
              <a:t> </a:t>
            </a:r>
            <a:br>
              <a:rPr lang="en-US" sz="2000" b="1" dirty="0">
                <a:latin typeface="Aptos Display"/>
                <a:cs typeface="Segoe UI"/>
              </a:rPr>
            </a:br>
            <a:endParaRPr lang="en-US" sz="800">
              <a:latin typeface="Aptos Display"/>
              <a:cs typeface="Segoe UI"/>
            </a:endParaRPr>
          </a:p>
          <a:p>
            <a:r>
              <a:rPr lang="en-US" sz="2000" dirty="0">
                <a:latin typeface="Aptos Display"/>
                <a:cs typeface="Segoe UI"/>
              </a:rPr>
              <a:t>To align and compare IMU-based event annotations with </a:t>
            </a:r>
            <a:r>
              <a:rPr lang="en-US" sz="2000" dirty="0" err="1">
                <a:latin typeface="Aptos Display"/>
                <a:cs typeface="Segoe UI"/>
              </a:rPr>
              <a:t>keypoint</a:t>
            </a:r>
            <a:r>
              <a:rPr lang="en-US" sz="2000" dirty="0">
                <a:latin typeface="Aptos Display"/>
                <a:cs typeface="Segoe UI"/>
              </a:rPr>
              <a:t>-based pose data in the Sit-to-Stand (STS) task. We aim to extract matching action segments from both sources for consistent analysis. </a:t>
            </a:r>
            <a:br>
              <a:rPr lang="en-US" sz="2000" dirty="0">
                <a:cs typeface="Segoe UI"/>
              </a:rPr>
            </a:br>
            <a:endParaRPr lang="en-US" sz="2000">
              <a:latin typeface="Aptos Display"/>
              <a:cs typeface="Segoe UI"/>
            </a:endParaRPr>
          </a:p>
        </p:txBody>
      </p:sp>
      <p:sp>
        <p:nvSpPr>
          <p:cNvPr id="3" name="TextBox 2">
            <a:extLst>
              <a:ext uri="{FF2B5EF4-FFF2-40B4-BE49-F238E27FC236}">
                <a16:creationId xmlns:a16="http://schemas.microsoft.com/office/drawing/2014/main" id="{EDE66842-846A-05BD-A01B-76514A42C0B7}"/>
              </a:ext>
            </a:extLst>
          </p:cNvPr>
          <p:cNvSpPr txBox="1"/>
          <p:nvPr/>
        </p:nvSpPr>
        <p:spPr>
          <a:xfrm>
            <a:off x="-309797" y="2694482"/>
            <a:ext cx="12162018" cy="31064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0" lvl="2" indent="-457200">
              <a:lnSpc>
                <a:spcPts val="3411"/>
              </a:lnSpc>
              <a:buAutoNum type="arabicPeriod"/>
            </a:pPr>
            <a:r>
              <a:rPr lang="en-US" sz="2000" dirty="0">
                <a:latin typeface="Aptos"/>
                <a:cs typeface="Segoe UI"/>
              </a:rPr>
              <a:t>T</a:t>
            </a:r>
            <a:r>
              <a:rPr lang="en-US" sz="2000" dirty="0">
                <a:latin typeface="+mj-lt"/>
                <a:ea typeface="+mj-lt"/>
                <a:cs typeface="+mj-lt"/>
              </a:rPr>
              <a:t>he REMAP dataset contains </a:t>
            </a:r>
            <a:r>
              <a:rPr lang="en-US" sz="2000" dirty="0" err="1">
                <a:latin typeface="+mj-lt"/>
                <a:ea typeface="+mj-lt"/>
                <a:cs typeface="+mj-lt"/>
              </a:rPr>
              <a:t>keypoint</a:t>
            </a:r>
            <a:r>
              <a:rPr lang="en-US" sz="2000" dirty="0">
                <a:latin typeface="+mj-lt"/>
                <a:ea typeface="+mj-lt"/>
                <a:cs typeface="+mj-lt"/>
              </a:rPr>
              <a:t> data from clinical Sit-to-Stand tasks. Similar to the IMU modality, we computed temporal motion features such as pelvis speed, acceleration, and jerk to describe dynamic movement characteristics.</a:t>
            </a:r>
          </a:p>
          <a:p>
            <a:pPr marL="2286000" lvl="2" indent="-457200">
              <a:lnSpc>
                <a:spcPts val="3411"/>
              </a:lnSpc>
              <a:buAutoNum type="arabicPeriod"/>
            </a:pPr>
            <a:r>
              <a:rPr lang="en-US" sz="2000" dirty="0">
                <a:latin typeface="+mj-lt"/>
                <a:ea typeface="+mj-lt"/>
                <a:cs typeface="+mj-lt"/>
              </a:rPr>
              <a:t>The </a:t>
            </a:r>
            <a:r>
              <a:rPr lang="en-US" sz="2000" dirty="0" err="1">
                <a:latin typeface="+mj-lt"/>
                <a:ea typeface="+mj-lt"/>
                <a:cs typeface="+mj-lt"/>
              </a:rPr>
              <a:t>WearGait</a:t>
            </a:r>
            <a:r>
              <a:rPr lang="en-US" sz="2000" dirty="0">
                <a:latin typeface="+mj-lt"/>
                <a:ea typeface="+mj-lt"/>
                <a:cs typeface="+mj-lt"/>
              </a:rPr>
              <a:t> dataset contains IMU recordings of Parkinson’s  Participants sampling at100 Hz We extracted velocity-related features(e.g., </a:t>
            </a:r>
            <a:r>
              <a:rPr lang="en-US" sz="2000" dirty="0" err="1">
                <a:latin typeface="+mj-lt"/>
                <a:ea typeface="+mj-lt"/>
                <a:cs typeface="+mj-lt"/>
              </a:rPr>
              <a:t>pelvis_avg_speed,ankle_path_length</a:t>
            </a:r>
            <a:r>
              <a:rPr lang="en-US" sz="2000" dirty="0">
                <a:latin typeface="+mj-lt"/>
                <a:ea typeface="+mj-lt"/>
                <a:cs typeface="+mj-lt"/>
              </a:rPr>
              <a:t>) for further modeling.</a:t>
            </a:r>
          </a:p>
          <a:p>
            <a:pPr lvl="4">
              <a:lnSpc>
                <a:spcPts val="3411"/>
              </a:lnSpc>
            </a:pPr>
            <a:endParaRPr lang="en-US" sz="2000" dirty="0">
              <a:latin typeface="Aptos Display"/>
              <a:cs typeface="Segoe UI"/>
            </a:endParaRPr>
          </a:p>
        </p:txBody>
      </p:sp>
    </p:spTree>
    <p:extLst>
      <p:ext uri="{BB962C8B-B14F-4D97-AF65-F5344CB8AC3E}">
        <p14:creationId xmlns:p14="http://schemas.microsoft.com/office/powerpoint/2010/main" val="2381623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F3E0B-370C-D771-860B-1847BC11DA39}"/>
              </a:ext>
            </a:extLst>
          </p:cNvPr>
          <p:cNvSpPr>
            <a:spLocks noGrp="1"/>
          </p:cNvSpPr>
          <p:nvPr>
            <p:ph type="title"/>
          </p:nvPr>
        </p:nvSpPr>
        <p:spPr>
          <a:xfrm>
            <a:off x="838200" y="1300856"/>
            <a:ext cx="10515600" cy="1325563"/>
          </a:xfrm>
        </p:spPr>
        <p:txBody>
          <a:bodyPr vert="horz" lIns="91440" tIns="45720" rIns="91440" bIns="45720" rtlCol="0" anchor="ctr">
            <a:noAutofit/>
          </a:bodyPr>
          <a:lstStyle/>
          <a:p>
            <a:r>
              <a:rPr lang="en-US" sz="2100" dirty="0">
                <a:ea typeface="+mj-lt"/>
                <a:cs typeface="+mj-lt"/>
              </a:rPr>
              <a:t>We split the </a:t>
            </a:r>
            <a:r>
              <a:rPr lang="en-US" sz="2100" b="1" dirty="0">
                <a:ea typeface="+mj-lt"/>
                <a:cs typeface="+mj-lt"/>
              </a:rPr>
              <a:t>Sit-to-Stand</a:t>
            </a:r>
            <a:r>
              <a:rPr lang="en-US" sz="2100" dirty="0">
                <a:ea typeface="+mj-lt"/>
                <a:cs typeface="+mj-lt"/>
              </a:rPr>
              <a:t> actions into different segments using the </a:t>
            </a:r>
            <a:r>
              <a:rPr lang="en-US" sz="2100" err="1">
                <a:latin typeface="Consolas"/>
              </a:rPr>
              <a:t>compute_sts_segments</a:t>
            </a:r>
            <a:r>
              <a:rPr lang="en-US" sz="2100" dirty="0">
                <a:ea typeface="+mj-lt"/>
                <a:cs typeface="+mj-lt"/>
              </a:rPr>
              <a:t> function. This function identified transitions from </a:t>
            </a:r>
            <a:r>
              <a:rPr lang="en-US" sz="2100" dirty="0">
                <a:latin typeface="Consolas"/>
              </a:rPr>
              <a:t>Sitting</a:t>
            </a:r>
            <a:r>
              <a:rPr lang="en-US" sz="2100" dirty="0">
                <a:ea typeface="+mj-lt"/>
                <a:cs typeface="+mj-lt"/>
              </a:rPr>
              <a:t> to </a:t>
            </a:r>
            <a:r>
              <a:rPr lang="en-US" sz="2100" err="1">
                <a:latin typeface="Consolas"/>
              </a:rPr>
              <a:t>SitToStand</a:t>
            </a:r>
            <a:r>
              <a:rPr lang="en-US" sz="2100" dirty="0">
                <a:ea typeface="+mj-lt"/>
                <a:cs typeface="+mj-lt"/>
              </a:rPr>
              <a:t> and from </a:t>
            </a:r>
            <a:r>
              <a:rPr lang="en-US" sz="2100" err="1">
                <a:latin typeface="Consolas"/>
              </a:rPr>
              <a:t>SitToStand</a:t>
            </a:r>
            <a:r>
              <a:rPr lang="en-US" sz="2100" dirty="0">
                <a:ea typeface="+mj-lt"/>
                <a:cs typeface="+mj-lt"/>
              </a:rPr>
              <a:t> to either </a:t>
            </a:r>
            <a:r>
              <a:rPr lang="en-US" sz="2100" dirty="0">
                <a:latin typeface="Consolas"/>
              </a:rPr>
              <a:t>Standing</a:t>
            </a:r>
            <a:r>
              <a:rPr lang="en-US" sz="2100" dirty="0">
                <a:ea typeface="+mj-lt"/>
                <a:cs typeface="+mj-lt"/>
              </a:rPr>
              <a:t> or </a:t>
            </a:r>
            <a:r>
              <a:rPr lang="en-US" sz="2100" dirty="0">
                <a:latin typeface="Consolas"/>
              </a:rPr>
              <a:t>Walking</a:t>
            </a:r>
            <a:r>
              <a:rPr lang="en-US" sz="2100" dirty="0">
                <a:ea typeface="+mj-lt"/>
                <a:cs typeface="+mj-lt"/>
              </a:rPr>
              <a:t>. It then extracted the start time, end time, and duration for each segment.</a:t>
            </a:r>
            <a:endParaRPr lang="en-US" sz="2100"/>
          </a:p>
        </p:txBody>
      </p:sp>
      <p:pic>
        <p:nvPicPr>
          <p:cNvPr id="4" name="Content Placeholder 3" descr="A computer screen shot of text&#10;&#10;AI-generated content may be incorrect.">
            <a:extLst>
              <a:ext uri="{FF2B5EF4-FFF2-40B4-BE49-F238E27FC236}">
                <a16:creationId xmlns:a16="http://schemas.microsoft.com/office/drawing/2014/main" id="{F6B8362D-5505-B896-3231-F76A5D447E1D}"/>
              </a:ext>
            </a:extLst>
          </p:cNvPr>
          <p:cNvPicPr>
            <a:picLocks noGrp="1" noChangeAspect="1"/>
          </p:cNvPicPr>
          <p:nvPr>
            <p:ph idx="1"/>
          </p:nvPr>
        </p:nvPicPr>
        <p:blipFill>
          <a:blip r:embed="rId2"/>
          <a:stretch>
            <a:fillRect/>
          </a:stretch>
        </p:blipFill>
        <p:spPr>
          <a:xfrm>
            <a:off x="1586680" y="3133290"/>
            <a:ext cx="9030929" cy="2166169"/>
          </a:xfrm>
        </p:spPr>
      </p:pic>
    </p:spTree>
    <p:extLst>
      <p:ext uri="{BB962C8B-B14F-4D97-AF65-F5344CB8AC3E}">
        <p14:creationId xmlns:p14="http://schemas.microsoft.com/office/powerpoint/2010/main" val="1304883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C6715-AA96-7694-2B0E-5410F3AAB16D}"/>
              </a:ext>
            </a:extLst>
          </p:cNvPr>
          <p:cNvSpPr>
            <a:spLocks noGrp="1"/>
          </p:cNvSpPr>
          <p:nvPr>
            <p:ph type="title"/>
          </p:nvPr>
        </p:nvSpPr>
        <p:spPr>
          <a:xfrm>
            <a:off x="680092" y="784246"/>
            <a:ext cx="10515600" cy="2048817"/>
          </a:xfrm>
        </p:spPr>
        <p:txBody>
          <a:bodyPr>
            <a:normAutofit/>
          </a:bodyPr>
          <a:lstStyle/>
          <a:p>
            <a:r>
              <a:rPr lang="en-US" sz="2000" b="1" dirty="0">
                <a:latin typeface="Aptos Display"/>
                <a:ea typeface="+mn-ea"/>
                <a:cs typeface="Segoe UI"/>
              </a:rPr>
              <a:t>Feature Calculation for Each Segment: </a:t>
            </a:r>
            <a:br>
              <a:rPr lang="en-US" sz="2100" dirty="0">
                <a:ea typeface="+mj-lt"/>
                <a:cs typeface="+mj-lt"/>
              </a:rPr>
            </a:br>
            <a:br>
              <a:rPr lang="en-US" sz="2100" dirty="0">
                <a:ea typeface="+mj-lt"/>
                <a:cs typeface="+mj-lt"/>
              </a:rPr>
            </a:br>
            <a:r>
              <a:rPr lang="en-US" sz="2100" dirty="0">
                <a:ea typeface="+mj-lt"/>
                <a:cs typeface="+mj-lt"/>
              </a:rPr>
              <a:t>We computed standardized motion metrics from each identified Sit-to-Stand segment. Pelvis speed, acceleration, and jerk were derived from signal magnitudes and temporal derivatives within each segment, forming the foundation for cross-modal fusion.</a:t>
            </a:r>
          </a:p>
        </p:txBody>
      </p:sp>
      <p:pic>
        <p:nvPicPr>
          <p:cNvPr id="4" name="Content Placeholder 3" descr="A screen shot of a computer program&#10;&#10;AI-generated content may be incorrect.">
            <a:extLst>
              <a:ext uri="{FF2B5EF4-FFF2-40B4-BE49-F238E27FC236}">
                <a16:creationId xmlns:a16="http://schemas.microsoft.com/office/drawing/2014/main" id="{1748C2F5-ED73-3040-871B-BBD5EED50471}"/>
              </a:ext>
            </a:extLst>
          </p:cNvPr>
          <p:cNvPicPr>
            <a:picLocks noGrp="1" noChangeAspect="1"/>
          </p:cNvPicPr>
          <p:nvPr>
            <p:ph idx="1"/>
          </p:nvPr>
        </p:nvPicPr>
        <p:blipFill>
          <a:blip r:embed="rId2"/>
          <a:stretch>
            <a:fillRect/>
          </a:stretch>
        </p:blipFill>
        <p:spPr>
          <a:xfrm>
            <a:off x="2470648" y="2976360"/>
            <a:ext cx="6164257" cy="2135479"/>
          </a:xfrm>
        </p:spPr>
      </p:pic>
    </p:spTree>
    <p:extLst>
      <p:ext uri="{BB962C8B-B14F-4D97-AF65-F5344CB8AC3E}">
        <p14:creationId xmlns:p14="http://schemas.microsoft.com/office/powerpoint/2010/main" val="2375907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3E7C0-C85A-1EBE-AD90-D1AF0B4AF548}"/>
              </a:ext>
            </a:extLst>
          </p:cNvPr>
          <p:cNvSpPr>
            <a:spLocks noGrp="1"/>
          </p:cNvSpPr>
          <p:nvPr>
            <p:ph type="title"/>
          </p:nvPr>
        </p:nvSpPr>
        <p:spPr>
          <a:xfrm>
            <a:off x="521889" y="113014"/>
            <a:ext cx="10764007" cy="2696752"/>
          </a:xfrm>
        </p:spPr>
        <p:txBody>
          <a:bodyPr>
            <a:normAutofit/>
          </a:bodyPr>
          <a:lstStyle/>
          <a:p>
            <a:r>
              <a:rPr lang="en-US" sz="2100" b="1" dirty="0">
                <a:latin typeface="Aptos Display"/>
                <a:ea typeface="+mn-ea"/>
                <a:cs typeface="Segoe UI"/>
              </a:rPr>
              <a:t>Data Standardization and Results:</a:t>
            </a:r>
            <a:br>
              <a:rPr lang="en-US" sz="2100" b="1" dirty="0">
                <a:ea typeface="+mj-lt"/>
                <a:cs typeface="Segoe UI"/>
              </a:rPr>
            </a:br>
            <a:r>
              <a:rPr lang="en-US" sz="1200" b="1" dirty="0">
                <a:solidFill>
                  <a:schemeClr val="bg1"/>
                </a:solidFill>
                <a:ea typeface="+mj-lt"/>
                <a:cs typeface="Segoe UI"/>
              </a:rPr>
              <a:t>we</a:t>
            </a:r>
            <a:br>
              <a:rPr lang="en-US" sz="2800" dirty="0">
                <a:ea typeface="+mj-lt"/>
                <a:cs typeface="+mj-lt"/>
              </a:rPr>
            </a:br>
            <a:r>
              <a:rPr lang="en-US" sz="2100" dirty="0">
                <a:latin typeface="Aptos Display"/>
                <a:ea typeface="+mn-ea"/>
                <a:cs typeface="Segoe UI"/>
              </a:rPr>
              <a:t>standardized the IMU and </a:t>
            </a:r>
            <a:r>
              <a:rPr lang="en-US" sz="2100" dirty="0" err="1">
                <a:latin typeface="Aptos Display"/>
                <a:ea typeface="+mn-ea"/>
                <a:cs typeface="Segoe UI"/>
              </a:rPr>
              <a:t>Keypoint</a:t>
            </a:r>
            <a:r>
              <a:rPr lang="en-US" sz="2100" dirty="0">
                <a:latin typeface="Aptos Display"/>
                <a:ea typeface="+mn-ea"/>
                <a:cs typeface="Segoe UI"/>
              </a:rPr>
              <a:t> features using </a:t>
            </a:r>
            <a:r>
              <a:rPr lang="en-US" sz="2100" dirty="0" err="1">
                <a:latin typeface="Aptos Display"/>
                <a:ea typeface="+mn-ea"/>
                <a:cs typeface="Segoe UI"/>
              </a:rPr>
              <a:t>StandardScaler</a:t>
            </a:r>
            <a:r>
              <a:rPr lang="en-US" sz="2100" dirty="0">
                <a:latin typeface="Aptos Display"/>
                <a:ea typeface="+mn-ea"/>
                <a:cs typeface="Segoe UI"/>
              </a:rPr>
              <a:t> to ensure fair comparison and compatibility. This normalization step mitigates scale differences between the two modalities and enables the integration of heterogeneous features into a shared space for machine learning.</a:t>
            </a:r>
          </a:p>
        </p:txBody>
      </p:sp>
      <p:pic>
        <p:nvPicPr>
          <p:cNvPr id="7" name="Content Placeholder 6" descr="A screenshot of a computer&#10;&#10;AI-generated content may be incorrect.">
            <a:extLst>
              <a:ext uri="{FF2B5EF4-FFF2-40B4-BE49-F238E27FC236}">
                <a16:creationId xmlns:a16="http://schemas.microsoft.com/office/drawing/2014/main" id="{CF2AD26F-09F4-7F59-8E16-A1A11842A089}"/>
              </a:ext>
            </a:extLst>
          </p:cNvPr>
          <p:cNvPicPr>
            <a:picLocks noGrp="1" noChangeAspect="1"/>
          </p:cNvPicPr>
          <p:nvPr>
            <p:ph idx="1"/>
          </p:nvPr>
        </p:nvPicPr>
        <p:blipFill>
          <a:blip r:embed="rId2"/>
          <a:srcRect t="128" r="9783" b="40950"/>
          <a:stretch>
            <a:fillRect/>
          </a:stretch>
        </p:blipFill>
        <p:spPr>
          <a:xfrm>
            <a:off x="1352718" y="3974618"/>
            <a:ext cx="8572575" cy="2563955"/>
          </a:xfrm>
        </p:spPr>
      </p:pic>
      <p:pic>
        <p:nvPicPr>
          <p:cNvPr id="8" name="Picture 7" descr="A screen shot of a computer code&#10;&#10;AI-generated content may be incorrect.">
            <a:extLst>
              <a:ext uri="{FF2B5EF4-FFF2-40B4-BE49-F238E27FC236}">
                <a16:creationId xmlns:a16="http://schemas.microsoft.com/office/drawing/2014/main" id="{2A46BF2E-E7F0-1BC1-1423-A8DB51EB8C70}"/>
              </a:ext>
            </a:extLst>
          </p:cNvPr>
          <p:cNvPicPr>
            <a:picLocks noChangeAspect="1"/>
          </p:cNvPicPr>
          <p:nvPr/>
        </p:nvPicPr>
        <p:blipFill>
          <a:blip r:embed="rId3"/>
          <a:stretch>
            <a:fillRect/>
          </a:stretch>
        </p:blipFill>
        <p:spPr>
          <a:xfrm>
            <a:off x="2819267" y="2548147"/>
            <a:ext cx="5645252" cy="1336265"/>
          </a:xfrm>
          <a:prstGeom prst="rect">
            <a:avLst/>
          </a:prstGeom>
        </p:spPr>
      </p:pic>
    </p:spTree>
    <p:extLst>
      <p:ext uri="{BB962C8B-B14F-4D97-AF65-F5344CB8AC3E}">
        <p14:creationId xmlns:p14="http://schemas.microsoft.com/office/powerpoint/2010/main" val="691815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609B2-9F02-466A-663F-15D2BF9F2CE3}"/>
              </a:ext>
            </a:extLst>
          </p:cNvPr>
          <p:cNvSpPr>
            <a:spLocks noGrp="1"/>
          </p:cNvSpPr>
          <p:nvPr>
            <p:ph type="title"/>
          </p:nvPr>
        </p:nvSpPr>
        <p:spPr>
          <a:xfrm>
            <a:off x="254238" y="80265"/>
            <a:ext cx="10515600" cy="1325563"/>
          </a:xfrm>
        </p:spPr>
        <p:txBody>
          <a:bodyPr>
            <a:normAutofit/>
          </a:bodyPr>
          <a:lstStyle/>
          <a:p>
            <a:r>
              <a:rPr lang="en-US" sz="2100" b="1" dirty="0">
                <a:latin typeface="Aptos Display"/>
                <a:ea typeface="+mn-ea"/>
                <a:cs typeface="Segoe UI"/>
              </a:rPr>
              <a:t> Combining with labels:</a:t>
            </a:r>
          </a:p>
        </p:txBody>
      </p:sp>
      <p:pic>
        <p:nvPicPr>
          <p:cNvPr id="4" name="Content Placeholder 3" descr="A table of text on a white background&#10;&#10;AI-generated content may be incorrect.">
            <a:extLst>
              <a:ext uri="{FF2B5EF4-FFF2-40B4-BE49-F238E27FC236}">
                <a16:creationId xmlns:a16="http://schemas.microsoft.com/office/drawing/2014/main" id="{411D78D3-FBEA-8757-DF1F-890CA51C35B7}"/>
              </a:ext>
            </a:extLst>
          </p:cNvPr>
          <p:cNvPicPr>
            <a:picLocks noGrp="1" noChangeAspect="1"/>
          </p:cNvPicPr>
          <p:nvPr>
            <p:ph idx="1"/>
          </p:nvPr>
        </p:nvPicPr>
        <p:blipFill>
          <a:blip r:embed="rId2"/>
          <a:stretch>
            <a:fillRect/>
          </a:stretch>
        </p:blipFill>
        <p:spPr>
          <a:xfrm>
            <a:off x="2385111" y="1406145"/>
            <a:ext cx="7971281" cy="4351338"/>
          </a:xfrm>
        </p:spPr>
      </p:pic>
      <p:sp>
        <p:nvSpPr>
          <p:cNvPr id="5" name="Double Brace 4">
            <a:extLst>
              <a:ext uri="{FF2B5EF4-FFF2-40B4-BE49-F238E27FC236}">
                <a16:creationId xmlns:a16="http://schemas.microsoft.com/office/drawing/2014/main" id="{0AD60453-025E-AA19-0625-E2E9A5660B2A}"/>
              </a:ext>
            </a:extLst>
          </p:cNvPr>
          <p:cNvSpPr/>
          <p:nvPr/>
        </p:nvSpPr>
        <p:spPr>
          <a:xfrm>
            <a:off x="2025828" y="1532223"/>
            <a:ext cx="8677557" cy="1799304"/>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Double Brace 5">
            <a:extLst>
              <a:ext uri="{FF2B5EF4-FFF2-40B4-BE49-F238E27FC236}">
                <a16:creationId xmlns:a16="http://schemas.microsoft.com/office/drawing/2014/main" id="{2AEF1FC3-ABE7-5EC7-9A3A-62FD2487DD75}"/>
              </a:ext>
            </a:extLst>
          </p:cNvPr>
          <p:cNvSpPr/>
          <p:nvPr/>
        </p:nvSpPr>
        <p:spPr>
          <a:xfrm>
            <a:off x="1952085" y="3474094"/>
            <a:ext cx="8812750" cy="2217174"/>
          </a:xfrm>
          <a:prstGeom prst="bracePair">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E0951B0D-0421-401B-7F19-06CC8D290C4D}"/>
              </a:ext>
            </a:extLst>
          </p:cNvPr>
          <p:cNvSpPr txBox="1"/>
          <p:nvPr/>
        </p:nvSpPr>
        <p:spPr>
          <a:xfrm>
            <a:off x="575767" y="206940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REMAP</a:t>
            </a:r>
          </a:p>
        </p:txBody>
      </p:sp>
      <p:sp>
        <p:nvSpPr>
          <p:cNvPr id="8" name="TextBox 7">
            <a:extLst>
              <a:ext uri="{FF2B5EF4-FFF2-40B4-BE49-F238E27FC236}">
                <a16:creationId xmlns:a16="http://schemas.microsoft.com/office/drawing/2014/main" id="{CD28C054-6DC7-2AD8-9184-9C14AC1D6104}"/>
              </a:ext>
            </a:extLst>
          </p:cNvPr>
          <p:cNvSpPr txBox="1"/>
          <p:nvPr/>
        </p:nvSpPr>
        <p:spPr>
          <a:xfrm>
            <a:off x="193597" y="4268791"/>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WearGait</a:t>
            </a:r>
            <a:r>
              <a:rPr lang="en-US"/>
              <a:t> IMU</a:t>
            </a:r>
          </a:p>
        </p:txBody>
      </p:sp>
    </p:spTree>
    <p:extLst>
      <p:ext uri="{BB962C8B-B14F-4D97-AF65-F5344CB8AC3E}">
        <p14:creationId xmlns:p14="http://schemas.microsoft.com/office/powerpoint/2010/main" val="3527786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Different  Turning Combinations(number of  turning steps not included)</vt:lpstr>
      <vt:lpstr>2D vs 3D features</vt:lpstr>
      <vt:lpstr>https://www.synapse.org/Synapse:syn52540892/wiki/623753 https://www.frontiersin.org/journals/neuroscience/articles/10.3389/fnins.2022.832463/full https://datadryad.org/dataset/doi:10.5061/dryad.fbg79cp1d </vt:lpstr>
      <vt:lpstr> Objective:  To compare two data generation methods - "TSaug data augmentation" and "Transformer+VAE model generation" - on Pelvis Speed in the Sit-to-Stand (STS) task And their similarity to the real data (GT) under different UPDRS 3.9 rating levels.</vt:lpstr>
      <vt:lpstr>PowerPoint Presentation</vt:lpstr>
      <vt:lpstr>PowerPoint Presentation</vt:lpstr>
      <vt:lpstr>We split the Sit-to-Stand actions into different segments using the compute_sts_segments function. This function identified transitions from Sitting to SitToStand and from SitToStand to either Standing or Walking. It then extracted the start time, end time, and duration for each segment.</vt:lpstr>
      <vt:lpstr>Feature Calculation for Each Segment:   We computed standardized motion metrics from each identified Sit-to-Stand segment. Pelvis speed, acceleration, and jerk were derived from signal magnitudes and temporal derivatives within each segment, forming the foundation for cross-modal fusion.</vt:lpstr>
      <vt:lpstr>Data Standardization and Results: we standardized the IMU and Keypoint features using StandardScaler to ensure fair comparison and compatibility. This normalization step mitigates scale differences between the two modalities and enables the integration of heterogeneous features into a shared space for machine learning.</vt:lpstr>
      <vt:lpstr> Combining with labels: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Qian, Kaiyang</dc:creator>
  <cp:revision>250</cp:revision>
  <dcterms:created xsi:type="dcterms:W3CDTF">2025-06-12T19:04:51Z</dcterms:created>
  <dcterms:modified xsi:type="dcterms:W3CDTF">2025-06-22T03:19:29Z</dcterms:modified>
</cp:coreProperties>
</file>